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97.xml.rels" ContentType="application/vnd.openxmlformats-package.relationships+xml"/>
  <Override PartName="/ppt/slideLayouts/_rels/slideLayout44.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98.xml.rels" ContentType="application/vnd.openxmlformats-package.relationships+xml"/>
  <Override PartName="/ppt/slideLayouts/_rels/slideLayout45.xml.rels" ContentType="application/vnd.openxmlformats-package.relationships+xml"/>
  <Override PartName="/ppt/slideLayouts/_rels/slideLayout99.xml.rels" ContentType="application/vnd.openxmlformats-package.relationships+xml"/>
  <Override PartName="/ppt/slideLayouts/_rels/slideLayout50.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3.xml.rels" ContentType="application/vnd.openxmlformats-package.relationships+xml"/>
  <Override PartName="/ppt/slideLayouts/_rels/slideLayout100.xml.rels" ContentType="application/vnd.openxmlformats-package.relationships+xml"/>
  <Override PartName="/ppt/slideLayouts/_rels/slideLayout106.xml.rels" ContentType="application/vnd.openxmlformats-package.relationships+xml"/>
  <Override PartName="/ppt/slideLayouts/_rels/slideLayout80.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01.xml.rels" ContentType="application/vnd.openxmlformats-package.relationships+xml"/>
  <Override PartName="/ppt/slideLayouts/_rels/slideLayout107.xml.rels" ContentType="application/vnd.openxmlformats-package.relationships+xml"/>
  <Override PartName="/ppt/slideLayouts/_rels/slideLayout81.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91.xml.rels" ContentType="application/vnd.openxmlformats-package.relationships+xml"/>
  <Override PartName="/ppt/slideLayouts/_rels/slideLayout25.xml.rels" ContentType="application/vnd.openxmlformats-package.relationships+xml"/>
  <Override PartName="/ppt/slideLayouts/_rels/slideLayout90.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75.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76.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88.xml.rels" ContentType="application/vnd.openxmlformats-package.relationships+xml"/>
  <Override PartName="/ppt/slideLayouts/_rels/slideLayout64.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86.xml.rels" ContentType="application/vnd.openxmlformats-package.relationships+xml"/>
  <Override PartName="/ppt/slideLayouts/_rels/slideLayout93.xml.rels" ContentType="application/vnd.openxmlformats-package.relationships+xml"/>
  <Override PartName="/ppt/slideLayouts/_rels/slideLayout82.xml.rels" ContentType="application/vnd.openxmlformats-package.relationships+xml"/>
  <Override PartName="/ppt/slideLayouts/_rels/slideLayout108.xml.rels" ContentType="application/vnd.openxmlformats-package.relationships+xml"/>
  <Override PartName="/ppt/slideLayouts/_rels/slideLayout102.xml.rels" ContentType="application/vnd.openxmlformats-package.relationships+xml"/>
  <Override PartName="/ppt/slideLayouts/_rels/slideLayout7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8.xml" ContentType="application/vnd.openxmlformats-officedocument.presentationml.slideLayout+xml"/>
  <Override PartName="/ppt/slideLayouts/slideLayout95.xml" ContentType="application/vnd.openxmlformats-officedocument.presentationml.slideLayout+xml"/>
  <Override PartName="/ppt/slideLayouts/slideLayout107.xml" ContentType="application/vnd.openxmlformats-officedocument.presentationml.slideLayout+xml"/>
  <Override PartName="/ppt/slideLayouts/slideLayout29.xml" ContentType="application/vnd.openxmlformats-officedocument.presentationml.slideLayout+xml"/>
  <Override PartName="/ppt/slideLayouts/slideLayout94.xml" ContentType="application/vnd.openxmlformats-officedocument.presentationml.slideLayout+xml"/>
  <Override PartName="/ppt/slideLayouts/slideLayout106.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14.xml" ContentType="application/vnd.openxmlformats-officedocument.presentationml.slideLayout+xml"/>
  <Override PartName="/ppt/slideLayouts/slideLayout105.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4.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2.xml" ContentType="application/vnd.openxmlformats-officedocument.presentationml.slideLayout+xml"/>
  <Override PartName="/ppt/slideLayouts/slideLayout96.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media/image58.png" ContentType="image/png"/>
  <Override PartName="/ppt/media/image46.jpeg" ContentType="image/jpeg"/>
  <Override PartName="/ppt/media/image56.png" ContentType="image/png"/>
  <Override PartName="/ppt/media/image40.jpeg" ContentType="image/jpeg"/>
  <Override PartName="/ppt/media/image53.png" ContentType="image/png"/>
  <Override PartName="/ppt/media/image26.jpeg" ContentType="image/jpeg"/>
  <Override PartName="/ppt/media/image37.jpeg" ContentType="image/jpeg"/>
  <Override PartName="/ppt/media/image3.jpeg" ContentType="image/jpeg"/>
  <Override PartName="/ppt/media/image59.png" ContentType="image/png"/>
  <Override PartName="/ppt/media/image24.jpeg" ContentType="image/jpeg"/>
  <Override PartName="/ppt/media/image36.jpeg" ContentType="image/jpeg"/>
  <Override PartName="/ppt/media/image2.jpeg" ContentType="image/jpeg"/>
  <Override PartName="/ppt/media/image57.png" ContentType="image/png"/>
  <Override PartName="/ppt/media/image23.jpeg" ContentType="image/jpeg"/>
  <Override PartName="/ppt/media/image1.jpeg" ContentType="image/jpeg"/>
  <Override PartName="/ppt/media/image35.jpeg" ContentType="image/jpeg"/>
  <Override PartName="/ppt/media/image22.jpeg" ContentType="image/jpeg"/>
  <Override PartName="/ppt/media/image54.png" ContentType="image/png"/>
  <Override PartName="/ppt/media/image41.jpeg" ContentType="image/jpeg"/>
  <Override PartName="/ppt/media/image14.jpeg" ContentType="image/jpeg"/>
  <Override PartName="/ppt/media/image64.png" ContentType="image/png"/>
  <Override PartName="/ppt/media/image15.jpeg" ContentType="image/jpeg"/>
  <Override PartName="/ppt/media/image42.jpeg" ContentType="image/jpeg"/>
  <Override PartName="/ppt/media/image19.jpeg" ContentType="image/jpeg"/>
  <Override PartName="/ppt/media/image25.jpeg" ContentType="image/jpeg"/>
  <Override PartName="/ppt/media/image62.png" ContentType="image/png"/>
  <Override PartName="/ppt/media/image60.png" ContentType="image/png"/>
  <Override PartName="/ppt/media/image63.jpeg" ContentType="image/jpeg"/>
  <Override PartName="/ppt/media/image6.jpeg" ContentType="image/jpeg"/>
  <Override PartName="/ppt/media/image65.png" ContentType="image/png"/>
  <Override PartName="/ppt/media/image21.jpeg" ContentType="image/jpeg"/>
  <Override PartName="/ppt/media/image16.jpeg" ContentType="image/jpeg"/>
  <Override PartName="/ppt/media/image18.jpeg" ContentType="image/jpeg"/>
  <Override PartName="/ppt/media/image17.jpeg" ContentType="image/jpeg"/>
  <Override PartName="/ppt/media/image61.png" ContentType="image/png"/>
  <Override PartName="/ppt/media/image5.jpeg" ContentType="image/jpeg"/>
  <Override PartName="/ppt/media/image50.png" ContentType="image/png"/>
  <Override PartName="/ppt/media/image52.png" ContentType="image/png"/>
  <Override PartName="/ppt/media/image7.jpeg" ContentType="image/jpeg"/>
  <Override PartName="/ppt/media/image38.jpeg" ContentType="image/jpeg"/>
  <Override PartName="/ppt/media/image13.png" ContentType="image/png"/>
  <Override PartName="/ppt/media/image12.jpeg" ContentType="image/jpeg"/>
  <Override PartName="/ppt/media/image29.jpeg" ContentType="image/jpeg"/>
  <Override PartName="/ppt/media/image27.jpeg" ContentType="image/jpeg"/>
  <Override PartName="/ppt/media/image10.jpeg" ContentType="image/jpeg"/>
  <Override PartName="/ppt/media/image8.jpeg" ContentType="image/jpeg"/>
  <Override PartName="/ppt/media/image39.jpeg" ContentType="image/jpeg"/>
  <Override PartName="/ppt/media/image28.jpeg" ContentType="image/jpeg"/>
  <Override PartName="/ppt/media/image11.jpeg" ContentType="image/jpeg"/>
  <Override PartName="/ppt/media/image9.jpeg" ContentType="image/jpeg"/>
  <Override PartName="/ppt/media/image30.jpeg" ContentType="image/jpeg"/>
  <Override PartName="/ppt/media/image31.jpeg" ContentType="image/jpeg"/>
  <Override PartName="/ppt/media/image32.jpeg" ContentType="image/jpeg"/>
  <Override PartName="/ppt/media/image33.jpeg" ContentType="image/jpeg"/>
  <Override PartName="/ppt/media/image34.jpeg" ContentType="image/jpeg"/>
  <Override PartName="/ppt/media/image43.jpeg" ContentType="image/jpeg"/>
  <Override PartName="/ppt/media/image44.jpeg" ContentType="image/jpeg"/>
  <Override PartName="/ppt/media/image45.jpeg" ContentType="image/jpeg"/>
  <Override PartName="/ppt/media/image20.jpeg" ContentType="image/jpeg"/>
  <Override PartName="/ppt/media/image55.png" ContentType="image/png"/>
  <Override PartName="/ppt/media/image47.jpeg" ContentType="image/jpeg"/>
  <Override PartName="/ppt/media/image48.jpeg" ContentType="image/jpeg"/>
  <Override PartName="/ppt/media/image49.jpeg" ContentType="image/jpeg"/>
  <Override PartName="/ppt/media/image51.png" ContentType="image/png"/>
  <Override PartName="/ppt/media/image4.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Lst>
  <p:sldIdLst>
    <p:sldId id="256" r:id="rId11"/>
    <p:sldId id="257" r:id="rId12"/>
    <p:sldId id="258" r:id="rId13"/>
    <p:sldId id="259" r:id="rId14"/>
    <p:sldId id="260" r:id="rId15"/>
    <p:sldId id="261" r:id="rId16"/>
    <p:sldId id="262" r:id="rId17"/>
    <p:sldId id="263" r:id="rId18"/>
    <p:sldId id="264" r:id="rId19"/>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5"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8"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3"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34"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37"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0"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1"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2"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4"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7"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8"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9"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2"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3"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4"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5"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6"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7"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0"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2"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4"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85"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7"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9"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90"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91"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3"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94"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95"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7"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98"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99"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1"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02"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4"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05"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06"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07"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9"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10"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11"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12"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13"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14"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2"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4"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6"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37"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9"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1"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42"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43"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5"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46"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47"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9"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0"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1"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53"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4"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56"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7"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8"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59"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1"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62"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63"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64"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65"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66"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79"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1"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3"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84"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6"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8"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89"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90"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2"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193"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94"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6"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97"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198"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0"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01"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3"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04"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05"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06"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8"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09"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10"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11"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12"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13"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28"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0"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2"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33"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3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5"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7"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38"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39"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1"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42"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43"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5"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46"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47"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9"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0"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52"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3"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4"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5"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57"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8"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59"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60"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61"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62"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6"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8"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0"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81"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3"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5"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86"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87"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8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9"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290"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91"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93"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94"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95"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97"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298"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0"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1"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2"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3"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5"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6"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7"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8"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09"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10"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58"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0"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6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2"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363"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6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65"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6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7"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68"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369"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7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71"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372"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73"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75"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76"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77"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79"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0"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8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82"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3"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4"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5"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87"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8"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89"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90"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91"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392"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4"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25"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27"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2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29"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30"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3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32"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3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34"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35"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36"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37"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38"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39"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40"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4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42"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43"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44"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4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46"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47"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4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49"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0"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1"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2"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5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54"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5"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6"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7"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8"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59"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9"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70" name="PlaceHolder 2"/>
          <p:cNvSpPr>
            <a:spLocks noGrp="1"/>
          </p:cNvSpPr>
          <p:nvPr>
            <p:ph type="subTitle"/>
          </p:nvPr>
        </p:nvSpPr>
        <p:spPr>
          <a:xfrm>
            <a:off x="468000" y="1800000"/>
            <a:ext cx="9071640" cy="3288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7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72" name="PlaceHolder 2"/>
          <p:cNvSpPr>
            <a:spLocks noGrp="1"/>
          </p:cNvSpPr>
          <p:nvPr>
            <p:ph/>
          </p:nvPr>
        </p:nvSpPr>
        <p:spPr>
          <a:xfrm>
            <a:off x="468000" y="1800000"/>
            <a:ext cx="907164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74"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75"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77" name="PlaceHolder 1"/>
          <p:cNvSpPr>
            <a:spLocks noGrp="1"/>
          </p:cNvSpPr>
          <p:nvPr>
            <p:ph type="subTitle"/>
          </p:nvPr>
        </p:nvSpPr>
        <p:spPr>
          <a:xfrm>
            <a:off x="468000" y="468000"/>
            <a:ext cx="907164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7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79"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80" name="PlaceHolder 3"/>
          <p:cNvSpPr>
            <a:spLocks noGrp="1"/>
          </p:cNvSpPr>
          <p:nvPr>
            <p:ph/>
          </p:nvPr>
        </p:nvSpPr>
        <p:spPr>
          <a:xfrm>
            <a:off x="511668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81"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82"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83" name="PlaceHolder 2"/>
          <p:cNvSpPr>
            <a:spLocks noGrp="1"/>
          </p:cNvSpPr>
          <p:nvPr>
            <p:ph/>
          </p:nvPr>
        </p:nvSpPr>
        <p:spPr>
          <a:xfrm>
            <a:off x="468000" y="1800000"/>
            <a:ext cx="4426920" cy="3288240"/>
          </a:xfrm>
          <a:prstGeom prst="rect">
            <a:avLst/>
          </a:prstGeom>
          <a:noFill/>
          <a:ln w="0">
            <a:noFill/>
          </a:ln>
        </p:spPr>
        <p:txBody>
          <a:bodyPr lIns="0" rIns="0" tIns="0" bIns="0" anchor="t">
            <a:normAutofit/>
          </a:bodyPr>
          <a:p>
            <a:endParaRPr b="0" lang="en-IN" sz="3200" spc="-1" strike="noStrike">
              <a:latin typeface="Arial"/>
            </a:endParaRPr>
          </a:p>
        </p:txBody>
      </p:sp>
      <p:sp>
        <p:nvSpPr>
          <p:cNvPr id="484"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85" name="PlaceHolder 4"/>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86"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87"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88"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89" name="PlaceHolder 4"/>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9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91" name="PlaceHolder 2"/>
          <p:cNvSpPr>
            <a:spLocks noGrp="1"/>
          </p:cNvSpPr>
          <p:nvPr>
            <p:ph/>
          </p:nvPr>
        </p:nvSpPr>
        <p:spPr>
          <a:xfrm>
            <a:off x="468000" y="1800000"/>
            <a:ext cx="907164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92" name="PlaceHolder 3"/>
          <p:cNvSpPr>
            <a:spLocks noGrp="1"/>
          </p:cNvSpPr>
          <p:nvPr>
            <p:ph/>
          </p:nvPr>
        </p:nvSpPr>
        <p:spPr>
          <a:xfrm>
            <a:off x="468000" y="3517560"/>
            <a:ext cx="907164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9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94" name="PlaceHolder 2"/>
          <p:cNvSpPr>
            <a:spLocks noGrp="1"/>
          </p:cNvSpPr>
          <p:nvPr>
            <p:ph/>
          </p:nvPr>
        </p:nvSpPr>
        <p:spPr>
          <a:xfrm>
            <a:off x="46800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95" name="PlaceHolder 3"/>
          <p:cNvSpPr>
            <a:spLocks noGrp="1"/>
          </p:cNvSpPr>
          <p:nvPr>
            <p:ph/>
          </p:nvPr>
        </p:nvSpPr>
        <p:spPr>
          <a:xfrm>
            <a:off x="5116680" y="180000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96" name="PlaceHolder 4"/>
          <p:cNvSpPr>
            <a:spLocks noGrp="1"/>
          </p:cNvSpPr>
          <p:nvPr>
            <p:ph/>
          </p:nvPr>
        </p:nvSpPr>
        <p:spPr>
          <a:xfrm>
            <a:off x="46800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
        <p:nvSpPr>
          <p:cNvPr id="497" name="PlaceHolder 5"/>
          <p:cNvSpPr>
            <a:spLocks noGrp="1"/>
          </p:cNvSpPr>
          <p:nvPr>
            <p:ph/>
          </p:nvPr>
        </p:nvSpPr>
        <p:spPr>
          <a:xfrm>
            <a:off x="5116680" y="3517560"/>
            <a:ext cx="442692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9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99" name="PlaceHolder 2"/>
          <p:cNvSpPr>
            <a:spLocks noGrp="1"/>
          </p:cNvSpPr>
          <p:nvPr>
            <p:ph/>
          </p:nvPr>
        </p:nvSpPr>
        <p:spPr>
          <a:xfrm>
            <a:off x="4680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0" name="PlaceHolder 3"/>
          <p:cNvSpPr>
            <a:spLocks noGrp="1"/>
          </p:cNvSpPr>
          <p:nvPr>
            <p:ph/>
          </p:nvPr>
        </p:nvSpPr>
        <p:spPr>
          <a:xfrm>
            <a:off x="353520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1" name="PlaceHolder 4"/>
          <p:cNvSpPr>
            <a:spLocks noGrp="1"/>
          </p:cNvSpPr>
          <p:nvPr>
            <p:ph/>
          </p:nvPr>
        </p:nvSpPr>
        <p:spPr>
          <a:xfrm>
            <a:off x="6602040" y="180000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2" name="PlaceHolder 5"/>
          <p:cNvSpPr>
            <a:spLocks noGrp="1"/>
          </p:cNvSpPr>
          <p:nvPr>
            <p:ph/>
          </p:nvPr>
        </p:nvSpPr>
        <p:spPr>
          <a:xfrm>
            <a:off x="4680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3" name="PlaceHolder 6"/>
          <p:cNvSpPr>
            <a:spLocks noGrp="1"/>
          </p:cNvSpPr>
          <p:nvPr>
            <p:ph/>
          </p:nvPr>
        </p:nvSpPr>
        <p:spPr>
          <a:xfrm>
            <a:off x="353520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
        <p:nvSpPr>
          <p:cNvPr id="504" name="PlaceHolder 7"/>
          <p:cNvSpPr>
            <a:spLocks noGrp="1"/>
          </p:cNvSpPr>
          <p:nvPr>
            <p:ph/>
          </p:nvPr>
        </p:nvSpPr>
        <p:spPr>
          <a:xfrm>
            <a:off x="6602040" y="3517560"/>
            <a:ext cx="2920680" cy="156816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7.jpeg"/><Relationship Id="rId9" Type="http://schemas.openxmlformats.org/officeDocument/2006/relationships/image" Target="../media/image8.jpeg"/><Relationship Id="rId10" Type="http://schemas.openxmlformats.org/officeDocument/2006/relationships/image" Target="../media/image9.jpeg"/><Relationship Id="rId11" Type="http://schemas.openxmlformats.org/officeDocument/2006/relationships/image" Target="../media/image10.jpeg"/><Relationship Id="rId12" Type="http://schemas.openxmlformats.org/officeDocument/2006/relationships/image" Target="../media/image11.jpeg"/><Relationship Id="rId13" Type="http://schemas.openxmlformats.org/officeDocument/2006/relationships/image" Target="../media/image12.jpeg"/><Relationship Id="rId14" Type="http://schemas.openxmlformats.org/officeDocument/2006/relationships/image" Target="../media/image13.png"/><Relationship Id="rId15" Type="http://schemas.openxmlformats.org/officeDocument/2006/relationships/hyperlink" Target="https://icons8.com/illustrations/author/5ec7b0e101d0360016f3d1b3" TargetMode="External"/><Relationship Id="rId16" Type="http://schemas.openxmlformats.org/officeDocument/2006/relationships/hyperlink" Target="https://icons8.com/" TargetMode="External"/><Relationship Id="rId17" Type="http://schemas.openxmlformats.org/officeDocument/2006/relationships/slideLayout" Target="../slideLayouts/slideLayout13.xml"/><Relationship Id="rId18" Type="http://schemas.openxmlformats.org/officeDocument/2006/relationships/slideLayout" Target="../slideLayouts/slideLayout14.xml"/><Relationship Id="rId19" Type="http://schemas.openxmlformats.org/officeDocument/2006/relationships/slideLayout" Target="../slideLayouts/slideLayout15.xml"/><Relationship Id="rId20" Type="http://schemas.openxmlformats.org/officeDocument/2006/relationships/slideLayout" Target="../slideLayouts/slideLayout16.xml"/><Relationship Id="rId21" Type="http://schemas.openxmlformats.org/officeDocument/2006/relationships/slideLayout" Target="../slideLayouts/slideLayout17.xml"/><Relationship Id="rId22" Type="http://schemas.openxmlformats.org/officeDocument/2006/relationships/slideLayout" Target="../slideLayouts/slideLayout18.xml"/><Relationship Id="rId23" Type="http://schemas.openxmlformats.org/officeDocument/2006/relationships/slideLayout" Target="../slideLayouts/slideLayout19.xml"/><Relationship Id="rId24" Type="http://schemas.openxmlformats.org/officeDocument/2006/relationships/slideLayout" Target="../slideLayouts/slideLayout20.xml"/><Relationship Id="rId25" Type="http://schemas.openxmlformats.org/officeDocument/2006/relationships/slideLayout" Target="../slideLayouts/slideLayout21.xml"/><Relationship Id="rId26" Type="http://schemas.openxmlformats.org/officeDocument/2006/relationships/slideLayout" Target="../slideLayouts/slideLayout22.xml"/><Relationship Id="rId27" Type="http://schemas.openxmlformats.org/officeDocument/2006/relationships/slideLayout" Target="../slideLayouts/slideLayout23.xml"/><Relationship Id="rId28"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jpeg"/><Relationship Id="rId7" Type="http://schemas.openxmlformats.org/officeDocument/2006/relationships/image" Target="../media/image19.jpeg"/><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0.jpeg"/><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jpeg"/><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slideLayout" Target="../slideLayouts/slideLayout77.xml"/><Relationship Id="rId13" Type="http://schemas.openxmlformats.org/officeDocument/2006/relationships/slideLayout" Target="../slideLayouts/slideLayout78.xml"/><Relationship Id="rId14" Type="http://schemas.openxmlformats.org/officeDocument/2006/relationships/slideLayout" Target="../slideLayouts/slideLayout79.xml"/><Relationship Id="rId15" Type="http://schemas.openxmlformats.org/officeDocument/2006/relationships/slideLayout" Target="../slideLayouts/slideLayout80.xml"/><Relationship Id="rId16" Type="http://schemas.openxmlformats.org/officeDocument/2006/relationships/slideLayout" Target="../slideLayouts/slideLayout81.xml"/><Relationship Id="rId17" Type="http://schemas.openxmlformats.org/officeDocument/2006/relationships/slideLayout" Target="../slideLayouts/slideLayout82.xml"/><Relationship Id="rId18" Type="http://schemas.openxmlformats.org/officeDocument/2006/relationships/slideLayout" Target="../slideLayouts/slideLayout83.xml"/><Relationship Id="rId19"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jpeg"/><Relationship Id="rId5" Type="http://schemas.openxmlformats.org/officeDocument/2006/relationships/image" Target="../media/image29.jpeg"/><Relationship Id="rId6" Type="http://schemas.openxmlformats.org/officeDocument/2006/relationships/image" Target="../media/image30.jpeg"/><Relationship Id="rId7" Type="http://schemas.openxmlformats.org/officeDocument/2006/relationships/image" Target="../media/image31.jpeg"/><Relationship Id="rId8" Type="http://schemas.openxmlformats.org/officeDocument/2006/relationships/image" Target="../media/image32.jpeg"/><Relationship Id="rId9" Type="http://schemas.openxmlformats.org/officeDocument/2006/relationships/image" Target="../media/image33.jpeg"/><Relationship Id="rId10" Type="http://schemas.openxmlformats.org/officeDocument/2006/relationships/image" Target="../media/image34.jpeg"/><Relationship Id="rId11" Type="http://schemas.openxmlformats.org/officeDocument/2006/relationships/image" Target="../media/image35.jpeg"/><Relationship Id="rId12" Type="http://schemas.openxmlformats.org/officeDocument/2006/relationships/image" Target="../media/image36.jpeg"/><Relationship Id="rId13" Type="http://schemas.openxmlformats.org/officeDocument/2006/relationships/image" Target="../media/image37.jpeg"/><Relationship Id="rId14" Type="http://schemas.openxmlformats.org/officeDocument/2006/relationships/image" Target="../media/image38.jpeg"/><Relationship Id="rId15" Type="http://schemas.openxmlformats.org/officeDocument/2006/relationships/image" Target="../media/image39.jpeg"/><Relationship Id="rId16" Type="http://schemas.openxmlformats.org/officeDocument/2006/relationships/image" Target="../media/image40.jpeg"/><Relationship Id="rId17" Type="http://schemas.openxmlformats.org/officeDocument/2006/relationships/image" Target="../media/image41.jpeg"/><Relationship Id="rId18" Type="http://schemas.openxmlformats.org/officeDocument/2006/relationships/image" Target="../media/image42.jpeg"/><Relationship Id="rId19" Type="http://schemas.openxmlformats.org/officeDocument/2006/relationships/image" Target="../media/image43.jpeg"/><Relationship Id="rId20" Type="http://schemas.openxmlformats.org/officeDocument/2006/relationships/image" Target="../media/image44.jpeg"/><Relationship Id="rId21" Type="http://schemas.openxmlformats.org/officeDocument/2006/relationships/image" Target="../media/image45.jpeg"/><Relationship Id="rId22" Type="http://schemas.openxmlformats.org/officeDocument/2006/relationships/image" Target="../media/image46.jpeg"/><Relationship Id="rId23" Type="http://schemas.openxmlformats.org/officeDocument/2006/relationships/image" Target="../media/image47.jpeg"/><Relationship Id="rId24" Type="http://schemas.openxmlformats.org/officeDocument/2006/relationships/image" Target="../media/image48.jpeg"/><Relationship Id="rId25" Type="http://schemas.openxmlformats.org/officeDocument/2006/relationships/image" Target="../media/image49.jpeg"/><Relationship Id="rId26" Type="http://schemas.openxmlformats.org/officeDocument/2006/relationships/slideLayout" Target="../slideLayouts/slideLayout85.xml"/><Relationship Id="rId27" Type="http://schemas.openxmlformats.org/officeDocument/2006/relationships/slideLayout" Target="../slideLayouts/slideLayout86.xml"/><Relationship Id="rId28" Type="http://schemas.openxmlformats.org/officeDocument/2006/relationships/slideLayout" Target="../slideLayouts/slideLayout87.xml"/><Relationship Id="rId29" Type="http://schemas.openxmlformats.org/officeDocument/2006/relationships/slideLayout" Target="../slideLayouts/slideLayout88.xml"/><Relationship Id="rId30" Type="http://schemas.openxmlformats.org/officeDocument/2006/relationships/slideLayout" Target="../slideLayouts/slideLayout89.xml"/><Relationship Id="rId31" Type="http://schemas.openxmlformats.org/officeDocument/2006/relationships/slideLayout" Target="../slideLayouts/slideLayout90.xml"/><Relationship Id="rId32" Type="http://schemas.openxmlformats.org/officeDocument/2006/relationships/slideLayout" Target="../slideLayouts/slideLayout91.xml"/><Relationship Id="rId33" Type="http://schemas.openxmlformats.org/officeDocument/2006/relationships/slideLayout" Target="../slideLayouts/slideLayout92.xml"/><Relationship Id="rId34" Type="http://schemas.openxmlformats.org/officeDocument/2006/relationships/slideLayout" Target="../slideLayouts/slideLayout93.xml"/><Relationship Id="rId35" Type="http://schemas.openxmlformats.org/officeDocument/2006/relationships/slideLayout" Target="../slideLayouts/slideLayout94.xml"/><Relationship Id="rId36" Type="http://schemas.openxmlformats.org/officeDocument/2006/relationships/slideLayout" Target="../slideLayouts/slideLayout95.xml"/><Relationship Id="rId37"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4114800"/>
            <a:ext cx="10080000" cy="1555200"/>
          </a:xfrm>
          <a:prstGeom prst="rect">
            <a:avLst/>
          </a:prstGeom>
          <a:solidFill>
            <a:srgbClr val="ffffff"/>
          </a:solidFill>
          <a:ln w="0">
            <a:noFill/>
          </a:ln>
        </p:spPr>
        <p:style>
          <a:lnRef idx="0"/>
          <a:fillRef idx="0"/>
          <a:effectRef idx="0"/>
          <a:fontRef idx="minor"/>
        </p:style>
      </p:sp>
      <p:grpSp>
        <p:nvGrpSpPr>
          <p:cNvPr id="1" name=""/>
          <p:cNvGrpSpPr/>
          <p:nvPr/>
        </p:nvGrpSpPr>
        <p:grpSpPr>
          <a:xfrm>
            <a:off x="0" y="0"/>
            <a:ext cx="10080720" cy="4114800"/>
            <a:chOff x="0" y="0"/>
            <a:chExt cx="10080720" cy="4114800"/>
          </a:xfrm>
        </p:grpSpPr>
        <p:sp>
          <p:nvSpPr>
            <p:cNvPr id="2" name=""/>
            <p:cNvSpPr/>
            <p:nvPr/>
          </p:nvSpPr>
          <p:spPr>
            <a:xfrm>
              <a:off x="0" y="0"/>
              <a:ext cx="10080720" cy="4114800"/>
            </a:xfrm>
            <a:prstGeom prst="rect">
              <a:avLst/>
            </a:prstGeom>
            <a:solidFill>
              <a:srgbClr val="e9ecef"/>
            </a:solidFill>
            <a:ln w="0">
              <a:noFill/>
            </a:ln>
          </p:spPr>
          <p:style>
            <a:lnRef idx="0"/>
            <a:fillRef idx="0"/>
            <a:effectRef idx="0"/>
            <a:fontRef idx="minor"/>
          </p:style>
        </p:sp>
        <p:sp>
          <p:nvSpPr>
            <p:cNvPr id="3" name=""/>
            <p:cNvSpPr/>
            <p:nvPr/>
          </p:nvSpPr>
          <p:spPr>
            <a:xfrm>
              <a:off x="0" y="1280160"/>
              <a:ext cx="1554480" cy="640080"/>
            </a:xfrm>
            <a:prstGeom prst="rect">
              <a:avLst/>
            </a:prstGeom>
            <a:solidFill>
              <a:srgbClr val="343a40">
                <a:alpha val="20000"/>
              </a:srgbClr>
            </a:solidFill>
            <a:ln w="0">
              <a:noFill/>
            </a:ln>
          </p:spPr>
          <p:style>
            <a:lnRef idx="0"/>
            <a:fillRef idx="0"/>
            <a:effectRef idx="0"/>
            <a:fontRef idx="minor"/>
          </p:style>
        </p:sp>
        <p:sp>
          <p:nvSpPr>
            <p:cNvPr id="4" name=""/>
            <p:cNvSpPr/>
            <p:nvPr/>
          </p:nvSpPr>
          <p:spPr>
            <a:xfrm>
              <a:off x="914400" y="1920240"/>
              <a:ext cx="1280160" cy="1828800"/>
            </a:xfrm>
            <a:prstGeom prst="rect">
              <a:avLst/>
            </a:prstGeom>
            <a:solidFill>
              <a:srgbClr val="ced4da"/>
            </a:solidFill>
            <a:ln w="0">
              <a:noFill/>
            </a:ln>
          </p:spPr>
          <p:style>
            <a:lnRef idx="0"/>
            <a:fillRef idx="0"/>
            <a:effectRef idx="0"/>
            <a:fontRef idx="minor"/>
          </p:style>
        </p:sp>
        <p:sp>
          <p:nvSpPr>
            <p:cNvPr id="5" name=""/>
            <p:cNvSpPr/>
            <p:nvPr/>
          </p:nvSpPr>
          <p:spPr>
            <a:xfrm>
              <a:off x="2194560" y="548640"/>
              <a:ext cx="1280160" cy="1828800"/>
            </a:xfrm>
            <a:prstGeom prst="rect">
              <a:avLst/>
            </a:prstGeom>
            <a:solidFill>
              <a:srgbClr val="dee2e6"/>
            </a:solidFill>
            <a:ln w="0">
              <a:noFill/>
            </a:ln>
          </p:spPr>
          <p:style>
            <a:lnRef idx="0"/>
            <a:fillRef idx="0"/>
            <a:effectRef idx="0"/>
            <a:fontRef idx="minor"/>
          </p:style>
        </p:sp>
        <p:sp>
          <p:nvSpPr>
            <p:cNvPr id="6" name=""/>
            <p:cNvSpPr/>
            <p:nvPr/>
          </p:nvSpPr>
          <p:spPr>
            <a:xfrm>
              <a:off x="3474720" y="1188720"/>
              <a:ext cx="365760" cy="365760"/>
            </a:xfrm>
            <a:prstGeom prst="rect">
              <a:avLst/>
            </a:prstGeom>
            <a:solidFill>
              <a:srgbClr val="adb5bd"/>
            </a:solidFill>
            <a:ln w="0">
              <a:noFill/>
            </a:ln>
          </p:spPr>
          <p:style>
            <a:lnRef idx="0"/>
            <a:fillRef idx="0"/>
            <a:effectRef idx="0"/>
            <a:fontRef idx="minor"/>
          </p:style>
        </p:sp>
        <p:sp>
          <p:nvSpPr>
            <p:cNvPr id="7" name=""/>
            <p:cNvSpPr/>
            <p:nvPr/>
          </p:nvSpPr>
          <p:spPr>
            <a:xfrm>
              <a:off x="4206240" y="0"/>
              <a:ext cx="1463040" cy="914400"/>
            </a:xfrm>
            <a:prstGeom prst="rect">
              <a:avLst/>
            </a:prstGeom>
            <a:solidFill>
              <a:srgbClr val="6c757d"/>
            </a:solidFill>
            <a:ln w="0">
              <a:noFill/>
            </a:ln>
          </p:spPr>
          <p:style>
            <a:lnRef idx="0"/>
            <a:fillRef idx="0"/>
            <a:effectRef idx="0"/>
            <a:fontRef idx="minor"/>
          </p:style>
        </p:sp>
        <p:sp>
          <p:nvSpPr>
            <p:cNvPr id="8" name=""/>
            <p:cNvSpPr/>
            <p:nvPr/>
          </p:nvSpPr>
          <p:spPr>
            <a:xfrm>
              <a:off x="4663440" y="914400"/>
              <a:ext cx="1005840" cy="457200"/>
            </a:xfrm>
            <a:prstGeom prst="rect">
              <a:avLst/>
            </a:prstGeom>
            <a:solidFill>
              <a:srgbClr val="dee2e6"/>
            </a:solidFill>
            <a:ln w="0">
              <a:noFill/>
            </a:ln>
          </p:spPr>
          <p:style>
            <a:lnRef idx="0"/>
            <a:fillRef idx="0"/>
            <a:effectRef idx="0"/>
            <a:fontRef idx="minor"/>
          </p:style>
        </p:sp>
        <p:sp>
          <p:nvSpPr>
            <p:cNvPr id="9" name=""/>
            <p:cNvSpPr/>
            <p:nvPr/>
          </p:nvSpPr>
          <p:spPr>
            <a:xfrm>
              <a:off x="3474720" y="1737360"/>
              <a:ext cx="3108960" cy="1005840"/>
            </a:xfrm>
            <a:prstGeom prst="rect">
              <a:avLst/>
            </a:prstGeom>
            <a:solidFill>
              <a:srgbClr val="ced4da"/>
            </a:solidFill>
            <a:ln w="0">
              <a:noFill/>
            </a:ln>
          </p:spPr>
          <p:style>
            <a:lnRef idx="0"/>
            <a:fillRef idx="0"/>
            <a:effectRef idx="0"/>
            <a:fontRef idx="minor"/>
          </p:style>
        </p:sp>
        <p:sp>
          <p:nvSpPr>
            <p:cNvPr id="10" name=""/>
            <p:cNvSpPr/>
            <p:nvPr/>
          </p:nvSpPr>
          <p:spPr>
            <a:xfrm>
              <a:off x="4114800" y="2743200"/>
              <a:ext cx="1463040" cy="1005840"/>
            </a:xfrm>
            <a:prstGeom prst="rect">
              <a:avLst/>
            </a:prstGeom>
            <a:solidFill>
              <a:srgbClr val="adb5bd"/>
            </a:solidFill>
            <a:ln w="0">
              <a:noFill/>
            </a:ln>
          </p:spPr>
          <p:style>
            <a:lnRef idx="0"/>
            <a:fillRef idx="0"/>
            <a:effectRef idx="0"/>
            <a:fontRef idx="minor"/>
          </p:style>
        </p:sp>
        <p:sp>
          <p:nvSpPr>
            <p:cNvPr id="11" name=""/>
            <p:cNvSpPr/>
            <p:nvPr/>
          </p:nvSpPr>
          <p:spPr>
            <a:xfrm>
              <a:off x="6583680" y="1463040"/>
              <a:ext cx="1554480" cy="457200"/>
            </a:xfrm>
            <a:prstGeom prst="rect">
              <a:avLst/>
            </a:prstGeom>
            <a:solidFill>
              <a:srgbClr val="b2b2b2">
                <a:alpha val="65000"/>
              </a:srgbClr>
            </a:solidFill>
            <a:ln w="0">
              <a:noFill/>
            </a:ln>
          </p:spPr>
          <p:style>
            <a:lnRef idx="0"/>
            <a:fillRef idx="0"/>
            <a:effectRef idx="0"/>
            <a:fontRef idx="minor"/>
          </p:style>
        </p:sp>
        <p:sp>
          <p:nvSpPr>
            <p:cNvPr id="12" name=""/>
            <p:cNvSpPr/>
            <p:nvPr/>
          </p:nvSpPr>
          <p:spPr>
            <a:xfrm>
              <a:off x="7315200" y="1920240"/>
              <a:ext cx="1463040" cy="1645920"/>
            </a:xfrm>
            <a:prstGeom prst="rect">
              <a:avLst/>
            </a:prstGeom>
            <a:solidFill>
              <a:srgbClr val="b2b2b2">
                <a:alpha val="35000"/>
              </a:srgbClr>
            </a:solidFill>
            <a:ln w="0">
              <a:noFill/>
            </a:ln>
          </p:spPr>
          <p:style>
            <a:lnRef idx="0"/>
            <a:fillRef idx="0"/>
            <a:effectRef idx="0"/>
            <a:fontRef idx="minor"/>
          </p:style>
        </p:sp>
        <p:sp>
          <p:nvSpPr>
            <p:cNvPr id="13" name=""/>
            <p:cNvSpPr/>
            <p:nvPr/>
          </p:nvSpPr>
          <p:spPr>
            <a:xfrm>
              <a:off x="2743200" y="2377440"/>
              <a:ext cx="548640" cy="822960"/>
            </a:xfrm>
            <a:prstGeom prst="rect">
              <a:avLst/>
            </a:prstGeom>
            <a:solidFill>
              <a:srgbClr val="f4f4f9"/>
            </a:solidFill>
            <a:ln w="0">
              <a:noFill/>
            </a:ln>
          </p:spPr>
          <p:style>
            <a:lnRef idx="0"/>
            <a:fillRef idx="0"/>
            <a:effectRef idx="0"/>
            <a:fontRef idx="minor"/>
          </p:style>
        </p:sp>
        <p:sp>
          <p:nvSpPr>
            <p:cNvPr id="14" name=""/>
            <p:cNvSpPr/>
            <p:nvPr/>
          </p:nvSpPr>
          <p:spPr>
            <a:xfrm>
              <a:off x="8595360" y="0"/>
              <a:ext cx="1485360" cy="1463040"/>
            </a:xfrm>
            <a:prstGeom prst="rect">
              <a:avLst/>
            </a:prstGeom>
            <a:solidFill>
              <a:srgbClr val="dddddd"/>
            </a:solidFill>
            <a:ln w="0">
              <a:noFill/>
            </a:ln>
          </p:spPr>
          <p:style>
            <a:lnRef idx="0"/>
            <a:fillRef idx="0"/>
            <a:effectRef idx="0"/>
            <a:fontRef idx="minor"/>
          </p:style>
        </p:sp>
        <p:sp>
          <p:nvSpPr>
            <p:cNvPr id="15" name=""/>
            <p:cNvSpPr/>
            <p:nvPr/>
          </p:nvSpPr>
          <p:spPr>
            <a:xfrm>
              <a:off x="6766560" y="0"/>
              <a:ext cx="274320" cy="1005840"/>
            </a:xfrm>
            <a:prstGeom prst="rect">
              <a:avLst/>
            </a:prstGeom>
            <a:solidFill>
              <a:srgbClr val="2f4550">
                <a:alpha val="50000"/>
              </a:srgbClr>
            </a:solidFill>
            <a:ln w="0">
              <a:noFill/>
            </a:ln>
          </p:spPr>
          <p:style>
            <a:lnRef idx="0"/>
            <a:fillRef idx="0"/>
            <a:effectRef idx="0"/>
            <a:fontRef idx="minor"/>
          </p:style>
        </p:sp>
        <p:sp>
          <p:nvSpPr>
            <p:cNvPr id="16" name=""/>
            <p:cNvSpPr/>
            <p:nvPr/>
          </p:nvSpPr>
          <p:spPr>
            <a:xfrm>
              <a:off x="1554480" y="0"/>
              <a:ext cx="182880" cy="914400"/>
            </a:xfrm>
            <a:prstGeom prst="rect">
              <a:avLst/>
            </a:prstGeom>
            <a:solidFill>
              <a:srgbClr val="808080"/>
            </a:solidFill>
            <a:ln w="0">
              <a:noFill/>
            </a:ln>
          </p:spPr>
          <p:style>
            <a:lnRef idx="0"/>
            <a:fillRef idx="0"/>
            <a:effectRef idx="0"/>
            <a:fontRef idx="minor"/>
          </p:style>
        </p:sp>
        <p:sp>
          <p:nvSpPr>
            <p:cNvPr id="17" name=""/>
            <p:cNvSpPr/>
            <p:nvPr/>
          </p:nvSpPr>
          <p:spPr>
            <a:xfrm>
              <a:off x="0" y="3017520"/>
              <a:ext cx="365760" cy="1097280"/>
            </a:xfrm>
            <a:prstGeom prst="rect">
              <a:avLst/>
            </a:prstGeom>
            <a:solidFill>
              <a:srgbClr val="f4f4f9"/>
            </a:solidFill>
            <a:ln w="0">
              <a:noFill/>
            </a:ln>
          </p:spPr>
          <p:style>
            <a:lnRef idx="0"/>
            <a:fillRef idx="0"/>
            <a:effectRef idx="0"/>
            <a:fontRef idx="minor"/>
          </p:style>
        </p:sp>
        <p:sp>
          <p:nvSpPr>
            <p:cNvPr id="18" name=""/>
            <p:cNvSpPr/>
            <p:nvPr/>
          </p:nvSpPr>
          <p:spPr>
            <a:xfrm>
              <a:off x="9601200" y="2560320"/>
              <a:ext cx="365760" cy="1554480"/>
            </a:xfrm>
            <a:prstGeom prst="rect">
              <a:avLst/>
            </a:prstGeom>
            <a:solidFill>
              <a:srgbClr val="b2b2b2"/>
            </a:solidFill>
            <a:ln w="0">
              <a:noFill/>
            </a:ln>
          </p:spPr>
          <p:style>
            <a:lnRef idx="0"/>
            <a:fillRef idx="0"/>
            <a:effectRef idx="0"/>
            <a:fontRef idx="minor"/>
          </p:style>
        </p:sp>
        <p:sp>
          <p:nvSpPr>
            <p:cNvPr id="19" name=""/>
            <p:cNvSpPr/>
            <p:nvPr/>
          </p:nvSpPr>
          <p:spPr>
            <a:xfrm>
              <a:off x="8778240" y="1828800"/>
              <a:ext cx="365760" cy="365760"/>
            </a:xfrm>
            <a:prstGeom prst="rect">
              <a:avLst/>
            </a:prstGeom>
            <a:solidFill>
              <a:srgbClr val="adb5bd"/>
            </a:solidFill>
            <a:ln w="0">
              <a:noFill/>
            </a:ln>
          </p:spPr>
          <p:style>
            <a:lnRef idx="0"/>
            <a:fillRef idx="0"/>
            <a:effectRef idx="0"/>
            <a:fontRef idx="minor"/>
          </p:style>
        </p:sp>
      </p:grpSp>
      <p:sp>
        <p:nvSpPr>
          <p:cNvPr id="20" name="PlaceHolder 1"/>
          <p:cNvSpPr>
            <a:spLocks noGrp="1"/>
          </p:cNvSpPr>
          <p:nvPr>
            <p:ph type="title"/>
          </p:nvPr>
        </p:nvSpPr>
        <p:spPr>
          <a:xfrm>
            <a:off x="46836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a:t>
            </a:r>
            <a:r>
              <a:rPr b="0" lang="en-IN" sz="4400" spc="-1" strike="noStrike">
                <a:latin typeface="Arial"/>
              </a:rPr>
              <a:t>the title text </a:t>
            </a:r>
            <a:r>
              <a:rPr b="0" lang="en-IN" sz="4400" spc="-1" strike="noStrike">
                <a:latin typeface="Arial"/>
              </a:rPr>
              <a:t>format</a:t>
            </a:r>
            <a:endParaRPr b="0" lang="en-IN" sz="4400" spc="-1" strike="noStrike">
              <a:latin typeface="Arial"/>
            </a:endParaRPr>
          </a:p>
        </p:txBody>
      </p:sp>
      <p:sp>
        <p:nvSpPr>
          <p:cNvPr id="21" name="PlaceHolder 2"/>
          <p:cNvSpPr>
            <a:spLocks noGrp="1"/>
          </p:cNvSpPr>
          <p:nvPr>
            <p:ph type="body"/>
          </p:nvPr>
        </p:nvSpPr>
        <p:spPr>
          <a:xfrm>
            <a:off x="46836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a:t>
            </a:r>
            <a:r>
              <a:rPr b="0" lang="en-IN" sz="4400" spc="-1" strike="noStrike">
                <a:latin typeface="Arial"/>
              </a:rPr>
              <a:t>text format</a:t>
            </a:r>
            <a:endParaRPr b="0" lang="en-IN" sz="4400" spc="-1" strike="noStrike">
              <a:latin typeface="Arial"/>
            </a:endParaRPr>
          </a:p>
        </p:txBody>
      </p:sp>
      <p:sp>
        <p:nvSpPr>
          <p:cNvPr id="59"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grpSp>
        <p:nvGrpSpPr>
          <p:cNvPr id="60" name=""/>
          <p:cNvGrpSpPr/>
          <p:nvPr/>
        </p:nvGrpSpPr>
        <p:grpSpPr>
          <a:xfrm>
            <a:off x="8540280" y="5065920"/>
            <a:ext cx="1280520" cy="914760"/>
            <a:chOff x="8540280" y="5065920"/>
            <a:chExt cx="1280520" cy="914760"/>
          </a:xfrm>
        </p:grpSpPr>
        <p:grpSp>
          <p:nvGrpSpPr>
            <p:cNvPr id="61" name=""/>
            <p:cNvGrpSpPr/>
            <p:nvPr/>
          </p:nvGrpSpPr>
          <p:grpSpPr>
            <a:xfrm>
              <a:off x="8540280" y="5065920"/>
              <a:ext cx="1280520" cy="914760"/>
              <a:chOff x="8540280" y="5065920"/>
              <a:chExt cx="1280520" cy="914760"/>
            </a:xfrm>
          </p:grpSpPr>
          <p:sp>
            <p:nvSpPr>
              <p:cNvPr id="62" name=""/>
              <p:cNvSpPr/>
              <p:nvPr/>
            </p:nvSpPr>
            <p:spPr>
              <a:xfrm flipV="1" rot="21598800">
                <a:off x="9637560" y="5431680"/>
                <a:ext cx="182880" cy="182880"/>
              </a:xfrm>
              <a:prstGeom prst="ellipse">
                <a:avLst/>
              </a:prstGeom>
              <a:blipFill rotWithShape="0">
                <a:blip r:embed="rId2"/>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3" name=""/>
              <p:cNvSpPr/>
              <p:nvPr/>
            </p:nvSpPr>
            <p:spPr>
              <a:xfrm flipV="1" rot="21598800">
                <a:off x="9271800" y="5431680"/>
                <a:ext cx="182880" cy="182880"/>
              </a:xfrm>
              <a:prstGeom prst="ellipse">
                <a:avLst/>
              </a:prstGeom>
              <a:blipFill rotWithShape="0">
                <a:blip r:embed="rId3"/>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4" name=""/>
              <p:cNvSpPr/>
              <p:nvPr/>
            </p:nvSpPr>
            <p:spPr>
              <a:xfrm flipV="1" rot="21598800">
                <a:off x="8906400" y="5431680"/>
                <a:ext cx="182880" cy="182880"/>
              </a:xfrm>
              <a:prstGeom prst="ellipse">
                <a:avLst/>
              </a:prstGeom>
              <a:blipFill rotWithShape="0">
                <a:blip r:embed="rId4"/>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5" name=""/>
              <p:cNvSpPr/>
              <p:nvPr/>
            </p:nvSpPr>
            <p:spPr>
              <a:xfrm flipV="1" rot="21598800">
                <a:off x="8540280" y="5432040"/>
                <a:ext cx="182880" cy="182880"/>
              </a:xfrm>
              <a:prstGeom prst="ellipse">
                <a:avLst/>
              </a:prstGeom>
              <a:blipFill rotWithShape="0">
                <a:blip r:embed="rId5"/>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6" name=""/>
              <p:cNvSpPr/>
              <p:nvPr/>
            </p:nvSpPr>
            <p:spPr>
              <a:xfrm flipV="1" rot="21598800">
                <a:off x="8540280" y="5065920"/>
                <a:ext cx="182880" cy="182880"/>
              </a:xfrm>
              <a:prstGeom prst="ellipse">
                <a:avLst/>
              </a:prstGeom>
              <a:blipFill rotWithShape="0">
                <a:blip r:embed="rId6"/>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7" name=""/>
              <p:cNvSpPr/>
              <p:nvPr/>
            </p:nvSpPr>
            <p:spPr>
              <a:xfrm flipV="1" rot="21598800">
                <a:off x="8906040" y="5065920"/>
                <a:ext cx="182880" cy="182880"/>
              </a:xfrm>
              <a:prstGeom prst="ellipse">
                <a:avLst/>
              </a:prstGeom>
              <a:blipFill rotWithShape="0">
                <a:blip r:embed="rId7"/>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8" name=""/>
              <p:cNvSpPr/>
              <p:nvPr/>
            </p:nvSpPr>
            <p:spPr>
              <a:xfrm flipV="1" rot="21598800">
                <a:off x="9271800" y="5066280"/>
                <a:ext cx="182880" cy="182880"/>
              </a:xfrm>
              <a:prstGeom prst="ellipse">
                <a:avLst/>
              </a:prstGeom>
              <a:blipFill rotWithShape="0">
                <a:blip r:embed="rId8"/>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69" name=""/>
              <p:cNvSpPr/>
              <p:nvPr/>
            </p:nvSpPr>
            <p:spPr>
              <a:xfrm flipV="1" rot="21598800">
                <a:off x="9637920" y="5065920"/>
                <a:ext cx="182880" cy="182880"/>
              </a:xfrm>
              <a:prstGeom prst="ellipse">
                <a:avLst/>
              </a:prstGeom>
              <a:blipFill rotWithShape="0">
                <a:blip r:embed="rId9"/>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70" name=""/>
              <p:cNvSpPr/>
              <p:nvPr/>
            </p:nvSpPr>
            <p:spPr>
              <a:xfrm flipV="1" rot="21598800">
                <a:off x="9637560" y="5797440"/>
                <a:ext cx="182880" cy="182880"/>
              </a:xfrm>
              <a:prstGeom prst="ellipse">
                <a:avLst/>
              </a:prstGeom>
              <a:blipFill rotWithShape="0">
                <a:blip r:embed="rId10"/>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71" name=""/>
              <p:cNvSpPr/>
              <p:nvPr/>
            </p:nvSpPr>
            <p:spPr>
              <a:xfrm flipV="1" rot="21598800">
                <a:off x="9272160" y="5797800"/>
                <a:ext cx="182880" cy="182880"/>
              </a:xfrm>
              <a:prstGeom prst="ellipse">
                <a:avLst/>
              </a:prstGeom>
              <a:blipFill rotWithShape="0">
                <a:blip r:embed="rId11"/>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72" name=""/>
              <p:cNvSpPr/>
              <p:nvPr/>
            </p:nvSpPr>
            <p:spPr>
              <a:xfrm flipV="1" rot="21598800">
                <a:off x="8906040" y="5797440"/>
                <a:ext cx="182880" cy="182880"/>
              </a:xfrm>
              <a:prstGeom prst="ellipse">
                <a:avLst/>
              </a:prstGeom>
              <a:blipFill rotWithShape="0">
                <a:blip r:embed="rId12"/>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73" name=""/>
              <p:cNvSpPr/>
              <p:nvPr/>
            </p:nvSpPr>
            <p:spPr>
              <a:xfrm flipV="1" rot="21598800">
                <a:off x="8540280" y="5797440"/>
                <a:ext cx="182880" cy="182880"/>
              </a:xfrm>
              <a:prstGeom prst="ellipse">
                <a:avLst/>
              </a:prstGeom>
              <a:blipFill rotWithShape="0">
                <a:blip r:embed="rId13"/>
                <a:srcRect/>
                <a:tile/>
              </a:blipFill>
              <a:ln w="0">
                <a:noFill/>
              </a:ln>
              <a:effectLst>
                <a:outerShdw dist="103350" dir="2700000" blurRad="0" rotWithShape="0">
                  <a:srgbClr val="808080">
                    <a:alpha val="65000"/>
                  </a:srgbClr>
                </a:outerShdw>
              </a:effectLst>
            </p:spPr>
            <p:style>
              <a:lnRef idx="0"/>
              <a:fillRef idx="0"/>
              <a:effectRef idx="0"/>
              <a:fontRef idx="minor"/>
            </p:style>
          </p:sp>
        </p:grpSp>
      </p:grpSp>
      <p:sp>
        <p:nvSpPr>
          <p:cNvPr id="74" name=""/>
          <p:cNvSpPr/>
          <p:nvPr/>
        </p:nvSpPr>
        <p:spPr>
          <a:xfrm>
            <a:off x="1499760" y="1774080"/>
            <a:ext cx="2926080" cy="2926080"/>
          </a:xfrm>
          <a:prstGeom prst="ellipse">
            <a:avLst/>
          </a:prstGeom>
          <a:solidFill>
            <a:srgbClr val="cccccc">
              <a:alpha val="20000"/>
            </a:srgbClr>
          </a:solidFill>
          <a:ln w="0">
            <a:noFill/>
          </a:ln>
        </p:spPr>
        <p:style>
          <a:lnRef idx="0"/>
          <a:fillRef idx="0"/>
          <a:effectRef idx="0"/>
          <a:fontRef idx="minor"/>
        </p:style>
      </p:sp>
      <p:sp>
        <p:nvSpPr>
          <p:cNvPr id="75" name=""/>
          <p:cNvSpPr/>
          <p:nvPr/>
        </p:nvSpPr>
        <p:spPr>
          <a:xfrm>
            <a:off x="1225080" y="1134360"/>
            <a:ext cx="1189080" cy="1188360"/>
          </a:xfrm>
          <a:prstGeom prst="ellipse">
            <a:avLst/>
          </a:prstGeom>
          <a:solidFill>
            <a:srgbClr val="cccccc">
              <a:alpha val="20000"/>
            </a:srgbClr>
          </a:solidFill>
          <a:ln w="0">
            <a:noFill/>
          </a:ln>
        </p:spPr>
        <p:style>
          <a:lnRef idx="0"/>
          <a:fillRef idx="0"/>
          <a:effectRef idx="0"/>
          <a:fontRef idx="minor"/>
        </p:style>
      </p:sp>
      <p:sp>
        <p:nvSpPr>
          <p:cNvPr id="76" name=""/>
          <p:cNvSpPr/>
          <p:nvPr/>
        </p:nvSpPr>
        <p:spPr>
          <a:xfrm>
            <a:off x="3420000" y="4242960"/>
            <a:ext cx="640080" cy="640080"/>
          </a:xfrm>
          <a:prstGeom prst="ellipse">
            <a:avLst/>
          </a:prstGeom>
          <a:solidFill>
            <a:srgbClr val="cccccc">
              <a:alpha val="20000"/>
            </a:srgbClr>
          </a:solidFill>
          <a:ln w="0">
            <a:noFill/>
          </a:ln>
        </p:spPr>
        <p:style>
          <a:lnRef idx="0"/>
          <a:fillRef idx="0"/>
          <a:effectRef idx="0"/>
          <a:fontRef idx="minor"/>
        </p:style>
      </p:sp>
      <p:pic>
        <p:nvPicPr>
          <p:cNvPr id="77" name="" descr=""/>
          <p:cNvPicPr/>
          <p:nvPr/>
        </p:nvPicPr>
        <p:blipFill>
          <a:blip r:embed="rId14"/>
          <a:stretch/>
        </p:blipFill>
        <p:spPr>
          <a:xfrm>
            <a:off x="4349520" y="792360"/>
            <a:ext cx="5526000" cy="4145400"/>
          </a:xfrm>
          <a:prstGeom prst="rect">
            <a:avLst/>
          </a:prstGeom>
          <a:ln w="0">
            <a:noFill/>
          </a:ln>
        </p:spPr>
      </p:pic>
      <p:sp>
        <p:nvSpPr>
          <p:cNvPr id="78" name=""/>
          <p:cNvSpPr txBox="1"/>
          <p:nvPr/>
        </p:nvSpPr>
        <p:spPr>
          <a:xfrm>
            <a:off x="4846320" y="4846320"/>
            <a:ext cx="2133000" cy="386280"/>
          </a:xfrm>
          <a:prstGeom prst="rect">
            <a:avLst/>
          </a:prstGeom>
          <a:noFill/>
          <a:ln w="0">
            <a:noFill/>
          </a:ln>
        </p:spPr>
        <p:txBody>
          <a:bodyPr lIns="90000" rIns="90000" tIns="45000" bIns="45000" anchor="t">
            <a:noAutofit/>
          </a:bodyPr>
          <a:p>
            <a:pPr>
              <a:lnSpc>
                <a:spcPct val="100000"/>
              </a:lnSpc>
              <a:spcBef>
                <a:spcPts val="1191"/>
              </a:spcBef>
              <a:spcAft>
                <a:spcPts val="992"/>
              </a:spcAft>
              <a:buNone/>
            </a:pPr>
            <a:r>
              <a:rPr b="0" lang="en-IN" sz="1000" spc="-1" strike="noStrike">
                <a:latin typeface="Lato"/>
                <a:ea typeface="Noto Sans CJK SC"/>
              </a:rPr>
              <a:t>Illustrations  by </a:t>
            </a:r>
            <a:r>
              <a:rPr b="0" lang="en-IN" sz="1000" spc="-1" strike="noStrike">
                <a:latin typeface="Lato"/>
                <a:ea typeface="Noto Sans CJK SC"/>
                <a:hlinkClick r:id="rId15"/>
              </a:rPr>
              <a:t>Pixeltrue</a:t>
            </a:r>
            <a:r>
              <a:rPr b="0" lang="en-IN" sz="1000" spc="-1" strike="noStrike">
                <a:latin typeface="Lato"/>
                <a:ea typeface="Noto Sans CJK SC"/>
              </a:rPr>
              <a:t> on </a:t>
            </a:r>
            <a:r>
              <a:rPr b="0" lang="en-IN" sz="1000" spc="-1" strike="noStrike">
                <a:latin typeface="Lato"/>
                <a:hlinkClick r:id="rId16"/>
              </a:rPr>
              <a:t>icons8</a:t>
            </a:r>
            <a:endParaRPr b="0" lang="en-IN" sz="1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Noto Sans"/>
              </a:rPr>
              <a:t>Click to edit the title text format</a:t>
            </a:r>
            <a:endParaRPr b="0" lang="en-IN" sz="4400" spc="-1" strike="noStrike">
              <a:latin typeface="Noto Sans"/>
            </a:endParaRPr>
          </a:p>
        </p:txBody>
      </p:sp>
      <p:sp>
        <p:nvSpPr>
          <p:cNvPr id="116"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grpSp>
        <p:nvGrpSpPr>
          <p:cNvPr id="117" name=""/>
          <p:cNvGrpSpPr/>
          <p:nvPr/>
        </p:nvGrpSpPr>
        <p:grpSpPr>
          <a:xfrm>
            <a:off x="7406640" y="3566160"/>
            <a:ext cx="2377440" cy="4297680"/>
            <a:chOff x="7406640" y="3566160"/>
            <a:chExt cx="2377440" cy="4297680"/>
          </a:xfrm>
        </p:grpSpPr>
        <p:sp>
          <p:nvSpPr>
            <p:cNvPr id="118" name=""/>
            <p:cNvSpPr/>
            <p:nvPr/>
          </p:nvSpPr>
          <p:spPr>
            <a:xfrm>
              <a:off x="8138160" y="4754880"/>
              <a:ext cx="457200" cy="2560320"/>
            </a:xfrm>
            <a:prstGeom prst="rect">
              <a:avLst/>
            </a:prstGeom>
            <a:blipFill rotWithShape="0">
              <a:blip r:embed="rId2"/>
              <a:srcRect/>
              <a:tile/>
            </a:blipFill>
            <a:ln w="0">
              <a:noFill/>
            </a:ln>
          </p:spPr>
          <p:style>
            <a:lnRef idx="0"/>
            <a:fillRef idx="0"/>
            <a:effectRef idx="0"/>
            <a:fontRef idx="minor"/>
          </p:style>
        </p:sp>
        <p:sp>
          <p:nvSpPr>
            <p:cNvPr id="119" name=""/>
            <p:cNvSpPr/>
            <p:nvPr/>
          </p:nvSpPr>
          <p:spPr>
            <a:xfrm>
              <a:off x="8961120" y="3566160"/>
              <a:ext cx="457200" cy="2560320"/>
            </a:xfrm>
            <a:prstGeom prst="rect">
              <a:avLst/>
            </a:prstGeom>
            <a:blipFill rotWithShape="0">
              <a:blip r:embed="rId3"/>
              <a:srcRect/>
              <a:tile/>
            </a:blipFill>
            <a:ln w="0">
              <a:noFill/>
            </a:ln>
          </p:spPr>
          <p:style>
            <a:lnRef idx="0"/>
            <a:fillRef idx="0"/>
            <a:effectRef idx="0"/>
            <a:fontRef idx="minor"/>
          </p:style>
        </p:sp>
        <p:sp>
          <p:nvSpPr>
            <p:cNvPr id="120"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sp>
        <p:sp>
          <p:nvSpPr>
            <p:cNvPr id="121"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sp>
        <p:sp>
          <p:nvSpPr>
            <p:cNvPr id="122"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sp>
        <p:sp>
          <p:nvSpPr>
            <p:cNvPr id="123" name=""/>
            <p:cNvSpPr/>
            <p:nvPr/>
          </p:nvSpPr>
          <p:spPr>
            <a:xfrm>
              <a:off x="7406640" y="5303520"/>
              <a:ext cx="457200" cy="2560320"/>
            </a:xfrm>
            <a:prstGeom prst="rect">
              <a:avLst/>
            </a:prstGeom>
            <a:blipFill rotWithShape="0">
              <a:blip r:embed="rId4"/>
              <a:srcRect/>
              <a:tile/>
            </a:blipFill>
            <a:ln w="0">
              <a:noFill/>
            </a:ln>
          </p:spPr>
          <p:style>
            <a:lnRef idx="0"/>
            <a:fillRef idx="0"/>
            <a:effectRef idx="0"/>
            <a:fontRef idx="minor"/>
          </p:style>
        </p:sp>
      </p:grpSp>
      <p:sp>
        <p:nvSpPr>
          <p:cNvPr id="124" name=""/>
          <p:cNvSpPr/>
          <p:nvPr/>
        </p:nvSpPr>
        <p:spPr>
          <a:xfrm flipH="1" flipV="1">
            <a:off x="1462680" y="-1554480"/>
            <a:ext cx="457200" cy="2560320"/>
          </a:xfrm>
          <a:prstGeom prst="rect">
            <a:avLst/>
          </a:prstGeom>
          <a:blipFill rotWithShape="0">
            <a:blip r:embed="rId5"/>
            <a:srcRect/>
            <a:tile/>
          </a:blipFill>
          <a:ln w="0">
            <a:noFill/>
          </a:ln>
        </p:spPr>
        <p:style>
          <a:lnRef idx="0"/>
          <a:fillRef idx="0"/>
          <a:effectRef idx="0"/>
          <a:fontRef idx="minor"/>
        </p:style>
      </p:sp>
      <p:sp>
        <p:nvSpPr>
          <p:cNvPr id="125" name=""/>
          <p:cNvSpPr/>
          <p:nvPr/>
        </p:nvSpPr>
        <p:spPr>
          <a:xfrm flipH="1" flipV="1">
            <a:off x="639720" y="-365400"/>
            <a:ext cx="457200" cy="2560320"/>
          </a:xfrm>
          <a:prstGeom prst="rect">
            <a:avLst/>
          </a:prstGeom>
          <a:blipFill rotWithShape="0">
            <a:blip r:embed="rId6"/>
            <a:srcRect/>
            <a:tile/>
          </a:blipFill>
          <a:ln w="0">
            <a:noFill/>
          </a:ln>
        </p:spPr>
        <p:style>
          <a:lnRef idx="0"/>
          <a:fillRef idx="0"/>
          <a:effectRef idx="0"/>
          <a:fontRef idx="minor"/>
        </p:style>
      </p:sp>
      <p:sp>
        <p:nvSpPr>
          <p:cNvPr id="126"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sp>
      <p:sp>
        <p:nvSpPr>
          <p:cNvPr id="127"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sp>
      <p:sp>
        <p:nvSpPr>
          <p:cNvPr id="128"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sp>
      <p:sp>
        <p:nvSpPr>
          <p:cNvPr id="129" name=""/>
          <p:cNvSpPr/>
          <p:nvPr/>
        </p:nvSpPr>
        <p:spPr>
          <a:xfrm flipH="1" flipV="1">
            <a:off x="2194560" y="-2103120"/>
            <a:ext cx="457200" cy="2560320"/>
          </a:xfrm>
          <a:prstGeom prst="rect">
            <a:avLst/>
          </a:prstGeom>
          <a:blipFill rotWithShape="0">
            <a:blip r:embed="rId7"/>
            <a:srcRect/>
            <a:tile/>
          </a:blipFill>
          <a:ln w="0">
            <a:noFill/>
          </a:ln>
        </p:spPr>
        <p:style>
          <a:lnRef idx="0"/>
          <a:fillRef idx="0"/>
          <a:effectRef idx="0"/>
          <a:fontRef idx="minor"/>
        </p:style>
      </p:sp>
      <p:sp>
        <p:nvSpPr>
          <p:cNvPr id="130"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46836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168" name="PlaceHolder 2"/>
          <p:cNvSpPr>
            <a:spLocks noGrp="1"/>
          </p:cNvSpPr>
          <p:nvPr>
            <p:ph type="body"/>
          </p:nvPr>
        </p:nvSpPr>
        <p:spPr>
          <a:xfrm>
            <a:off x="46836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
        <p:nvSpPr>
          <p:cNvPr id="169" name=""/>
          <p:cNvSpPr/>
          <p:nvPr/>
        </p:nvSpPr>
        <p:spPr>
          <a:xfrm>
            <a:off x="822960" y="24688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sp>
      <p:sp>
        <p:nvSpPr>
          <p:cNvPr id="170" name=""/>
          <p:cNvSpPr/>
          <p:nvPr/>
        </p:nvSpPr>
        <p:spPr>
          <a:xfrm>
            <a:off x="4480560" y="15544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sp>
      <p:sp>
        <p:nvSpPr>
          <p:cNvPr id="171" name=""/>
          <p:cNvSpPr/>
          <p:nvPr/>
        </p:nvSpPr>
        <p:spPr>
          <a:xfrm>
            <a:off x="6583680" y="310896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sp>
      <p:sp>
        <p:nvSpPr>
          <p:cNvPr id="172" name=""/>
          <p:cNvSpPr/>
          <p:nvPr/>
        </p:nvSpPr>
        <p:spPr>
          <a:xfrm>
            <a:off x="1554480" y="4114800"/>
            <a:ext cx="914400" cy="657360"/>
          </a:xfrm>
          <a:custGeom>
            <a:avLst/>
            <a:gdLst/>
            <a:ahLst/>
            <a:rect l="0" t="0" r="r" b="b"/>
            <a:pathLst>
              <a:path fill="none" w="2540" h="1826">
                <a:moveTo>
                  <a:pt x="0" y="0"/>
                </a:moveTo>
                <a:cubicBezTo>
                  <a:pt x="508" y="2286"/>
                  <a:pt x="2540" y="1778"/>
                  <a:pt x="2540" y="1778"/>
                </a:cubicBezTo>
              </a:path>
            </a:pathLst>
          </a:custGeom>
          <a:ln w="36720">
            <a:solidFill>
              <a:srgbClr val="666666"/>
            </a:solidFill>
            <a:custDash>
              <a:ds d="600000" sp="300000"/>
            </a:custDash>
            <a:round/>
          </a:ln>
        </p:spPr>
      </p:sp>
      <p:sp>
        <p:nvSpPr>
          <p:cNvPr id="173" name=""/>
          <p:cNvSpPr/>
          <p:nvPr/>
        </p:nvSpPr>
        <p:spPr>
          <a:xfrm>
            <a:off x="3657600" y="1188720"/>
            <a:ext cx="822960" cy="640080"/>
          </a:xfrm>
          <a:custGeom>
            <a:avLst/>
            <a:gdLst/>
            <a:ahLst/>
            <a:rect l="0" t="0" r="r" b="b"/>
            <a:pathLst>
              <a:path fill="none" w="2286" h="1778">
                <a:moveTo>
                  <a:pt x="2286" y="1778"/>
                </a:moveTo>
                <a:cubicBezTo>
                  <a:pt x="1016" y="1778"/>
                  <a:pt x="2033" y="0"/>
                  <a:pt x="0" y="0"/>
                </a:cubicBezTo>
              </a:path>
            </a:pathLst>
          </a:custGeom>
          <a:ln w="36720">
            <a:solidFill>
              <a:srgbClr val="666666"/>
            </a:solidFill>
            <a:custDash>
              <a:ds d="600000" sp="300000"/>
            </a:custDash>
            <a:round/>
          </a:ln>
        </p:spPr>
      </p:sp>
      <p:sp>
        <p:nvSpPr>
          <p:cNvPr id="174" name=""/>
          <p:cNvSpPr/>
          <p:nvPr/>
        </p:nvSpPr>
        <p:spPr>
          <a:xfrm>
            <a:off x="7955280" y="2011680"/>
            <a:ext cx="1464120" cy="1188720"/>
          </a:xfrm>
          <a:custGeom>
            <a:avLst/>
            <a:gdLst/>
            <a:ahLst/>
            <a:rect l="0" t="0" r="r" b="b"/>
            <a:pathLst>
              <a:path fill="none" w="4067" h="3302">
                <a:moveTo>
                  <a:pt x="3302" y="0"/>
                </a:moveTo>
                <a:cubicBezTo>
                  <a:pt x="4826" y="1016"/>
                  <a:pt x="3810" y="2286"/>
                  <a:pt x="2540" y="2286"/>
                </a:cubicBezTo>
                <a:cubicBezTo>
                  <a:pt x="1269" y="2286"/>
                  <a:pt x="253" y="2540"/>
                  <a:pt x="0" y="3302"/>
                </a:cubicBezTo>
              </a:path>
            </a:pathLst>
          </a:custGeom>
          <a:ln w="36720">
            <a:solidFill>
              <a:srgbClr val="666666"/>
            </a:solidFill>
            <a:custDash>
              <a:ds d="600000" sp="300000"/>
            </a:custDash>
            <a:round/>
          </a:ln>
        </p:spPr>
      </p:sp>
      <p:sp>
        <p:nvSpPr>
          <p:cNvPr id="175" name=""/>
          <p:cNvSpPr/>
          <p:nvPr/>
        </p:nvSpPr>
        <p:spPr>
          <a:xfrm>
            <a:off x="2468880" y="822960"/>
            <a:ext cx="1410480" cy="1371600"/>
          </a:xfrm>
          <a:prstGeom prst="ellipse">
            <a:avLst/>
          </a:prstGeom>
          <a:solidFill>
            <a:srgbClr val="8d99ae">
              <a:alpha val="10000"/>
            </a:srgbClr>
          </a:solidFill>
          <a:ln w="0">
            <a:noFill/>
          </a:ln>
        </p:spPr>
        <p:style>
          <a:lnRef idx="0"/>
          <a:fillRef idx="0"/>
          <a:effectRef idx="0"/>
          <a:fontRef idx="minor"/>
        </p:style>
      </p:sp>
      <p:sp>
        <p:nvSpPr>
          <p:cNvPr id="176" name=""/>
          <p:cNvSpPr/>
          <p:nvPr/>
        </p:nvSpPr>
        <p:spPr>
          <a:xfrm>
            <a:off x="3931920" y="4663440"/>
            <a:ext cx="1684800" cy="1645920"/>
          </a:xfrm>
          <a:prstGeom prst="ellipse">
            <a:avLst/>
          </a:prstGeom>
          <a:solidFill>
            <a:srgbClr val="8d99ae">
              <a:alpha val="10000"/>
            </a:srgbClr>
          </a:solidFill>
          <a:ln w="0">
            <a:noFill/>
          </a:ln>
        </p:spPr>
        <p:style>
          <a:lnRef idx="0"/>
          <a:fillRef idx="0"/>
          <a:effectRef idx="0"/>
          <a:fontRef idx="minor"/>
        </p:style>
      </p:sp>
      <p:sp>
        <p:nvSpPr>
          <p:cNvPr id="177" name=""/>
          <p:cNvSpPr/>
          <p:nvPr/>
        </p:nvSpPr>
        <p:spPr>
          <a:xfrm>
            <a:off x="8412480" y="1280160"/>
            <a:ext cx="1097280" cy="1005840"/>
          </a:xfrm>
          <a:prstGeom prst="ellipse">
            <a:avLst/>
          </a:prstGeom>
          <a:solidFill>
            <a:srgbClr val="8d99ae">
              <a:alpha val="10000"/>
            </a:srgbClr>
          </a:solid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46836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215" name="PlaceHolder 2"/>
          <p:cNvSpPr>
            <a:spLocks noGrp="1"/>
          </p:cNvSpPr>
          <p:nvPr>
            <p:ph type="body"/>
          </p:nvPr>
        </p:nvSpPr>
        <p:spPr>
          <a:xfrm>
            <a:off x="46836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
        <p:nvSpPr>
          <p:cNvPr id="216" name=""/>
          <p:cNvSpPr/>
          <p:nvPr/>
        </p:nvSpPr>
        <p:spPr>
          <a:xfrm>
            <a:off x="2103480" y="3658320"/>
            <a:ext cx="1645920" cy="1645920"/>
          </a:xfrm>
          <a:prstGeom prst="ellipse">
            <a:avLst/>
          </a:prstGeom>
          <a:solidFill>
            <a:srgbClr val="8d99ae">
              <a:alpha val="10000"/>
            </a:srgbClr>
          </a:solidFill>
          <a:ln w="0">
            <a:noFill/>
          </a:ln>
        </p:spPr>
        <p:style>
          <a:lnRef idx="0"/>
          <a:fillRef idx="0"/>
          <a:effectRef idx="0"/>
          <a:fontRef idx="minor"/>
        </p:style>
      </p:sp>
      <p:sp>
        <p:nvSpPr>
          <p:cNvPr id="217" name=""/>
          <p:cNvSpPr/>
          <p:nvPr/>
        </p:nvSpPr>
        <p:spPr>
          <a:xfrm>
            <a:off x="823320" y="-273240"/>
            <a:ext cx="2194560" cy="2194560"/>
          </a:xfrm>
          <a:prstGeom prst="ellipse">
            <a:avLst/>
          </a:prstGeom>
          <a:solidFill>
            <a:srgbClr val="8d99ae">
              <a:alpha val="10000"/>
            </a:srgbClr>
          </a:solidFill>
          <a:ln w="0">
            <a:noFill/>
          </a:ln>
        </p:spPr>
        <p:style>
          <a:lnRef idx="0"/>
          <a:fillRef idx="0"/>
          <a:effectRef idx="0"/>
          <a:fontRef idx="minor"/>
        </p:style>
      </p:sp>
      <p:sp>
        <p:nvSpPr>
          <p:cNvPr id="218" name=""/>
          <p:cNvSpPr/>
          <p:nvPr/>
        </p:nvSpPr>
        <p:spPr>
          <a:xfrm>
            <a:off x="7955640" y="3109680"/>
            <a:ext cx="2194560" cy="2194560"/>
          </a:xfrm>
          <a:prstGeom prst="ellipse">
            <a:avLst/>
          </a:prstGeom>
          <a:solidFill>
            <a:srgbClr val="8d99ae">
              <a:alpha val="10000"/>
            </a:srgbClr>
          </a:solidFill>
          <a:ln w="0">
            <a:noFill/>
          </a:ln>
        </p:spPr>
        <p:style>
          <a:lnRef idx="0"/>
          <a:fillRef idx="0"/>
          <a:effectRef idx="0"/>
          <a:fontRef idx="minor"/>
        </p:style>
      </p:sp>
      <p:sp>
        <p:nvSpPr>
          <p:cNvPr id="219" name=""/>
          <p:cNvSpPr/>
          <p:nvPr/>
        </p:nvSpPr>
        <p:spPr>
          <a:xfrm>
            <a:off x="9601560" y="915120"/>
            <a:ext cx="1645920" cy="1645920"/>
          </a:xfrm>
          <a:prstGeom prst="ellipse">
            <a:avLst/>
          </a:prstGeom>
          <a:solidFill>
            <a:srgbClr val="8d99ae">
              <a:alpha val="10000"/>
            </a:srgbClr>
          </a:solidFill>
          <a:ln w="0">
            <a:noFill/>
          </a:ln>
        </p:spPr>
        <p:style>
          <a:lnRef idx="0"/>
          <a:fillRef idx="0"/>
          <a:effectRef idx="0"/>
          <a:fontRef idx="minor"/>
        </p:style>
      </p:sp>
      <p:grpSp>
        <p:nvGrpSpPr>
          <p:cNvPr id="220" name=""/>
          <p:cNvGrpSpPr/>
          <p:nvPr/>
        </p:nvGrpSpPr>
        <p:grpSpPr>
          <a:xfrm>
            <a:off x="3918240" y="776520"/>
            <a:ext cx="2433600" cy="4339080"/>
            <a:chOff x="3918240" y="776520"/>
            <a:chExt cx="2433600" cy="4339080"/>
          </a:xfrm>
        </p:grpSpPr>
        <p:sp>
          <p:nvSpPr>
            <p:cNvPr id="221" name=""/>
            <p:cNvSpPr/>
            <p:nvPr/>
          </p:nvSpPr>
          <p:spPr>
            <a:xfrm flipH="1" flipV="1" rot="5330400">
              <a:off x="4853880" y="3378960"/>
              <a:ext cx="1371600" cy="1463040"/>
            </a:xfrm>
            <a:custGeom>
              <a:avLst/>
              <a:gdLst/>
              <a:ahLst/>
              <a:rect l="l" t="t" r="r" b="b"/>
              <a:pathLst>
                <a:path w="21600" h="21600">
                  <a:moveTo>
                    <a:pt x="10922" y="0"/>
                  </a:moveTo>
                  <a:lnTo>
                    <a:pt x="21600" y="0"/>
                  </a:lnTo>
                  <a:lnTo>
                    <a:pt x="10678" y="21600"/>
                  </a:lnTo>
                  <a:lnTo>
                    <a:pt x="0" y="21600"/>
                  </a:lnTo>
                  <a:close/>
                </a:path>
              </a:pathLst>
            </a:custGeom>
            <a:solidFill>
              <a:srgbClr val="dee2e6"/>
            </a:solidFill>
            <a:ln w="0">
              <a:noFill/>
            </a:ln>
          </p:spPr>
          <p:style>
            <a:lnRef idx="0"/>
            <a:fillRef idx="0"/>
            <a:effectRef idx="0"/>
            <a:fontRef idx="minor"/>
          </p:style>
        </p:sp>
        <p:sp>
          <p:nvSpPr>
            <p:cNvPr id="222" name=""/>
            <p:cNvSpPr/>
            <p:nvPr/>
          </p:nvSpPr>
          <p:spPr>
            <a:xfrm flipH="1" flipV="1" rot="5330400">
              <a:off x="4023360" y="2340720"/>
              <a:ext cx="1371600" cy="1463040"/>
            </a:xfrm>
            <a:custGeom>
              <a:avLst/>
              <a:gdLst/>
              <a:ahLst/>
              <a:rect l="l" t="t" r="r" b="b"/>
              <a:pathLst>
                <a:path w="21600" h="21600">
                  <a:moveTo>
                    <a:pt x="10922" y="0"/>
                  </a:moveTo>
                  <a:lnTo>
                    <a:pt x="21600" y="0"/>
                  </a:lnTo>
                  <a:lnTo>
                    <a:pt x="10678" y="21600"/>
                  </a:lnTo>
                  <a:lnTo>
                    <a:pt x="0" y="21600"/>
                  </a:lnTo>
                  <a:close/>
                </a:path>
              </a:pathLst>
            </a:custGeom>
            <a:solidFill>
              <a:srgbClr val="ced4da"/>
            </a:solidFill>
            <a:ln w="0">
              <a:noFill/>
            </a:ln>
          </p:spPr>
          <p:style>
            <a:lnRef idx="0"/>
            <a:fillRef idx="0"/>
            <a:effectRef idx="0"/>
            <a:fontRef idx="minor"/>
          </p:style>
        </p:sp>
        <p:sp>
          <p:nvSpPr>
            <p:cNvPr id="223" name=""/>
            <p:cNvSpPr/>
            <p:nvPr/>
          </p:nvSpPr>
          <p:spPr>
            <a:xfrm flipH="1" flipV="1" rot="5330400">
              <a:off x="4920480" y="2076480"/>
              <a:ext cx="1371600" cy="1463040"/>
            </a:xfrm>
            <a:custGeom>
              <a:avLst/>
              <a:gdLst/>
              <a:ahLst/>
              <a:rect l="l" t="t" r="r" b="b"/>
              <a:pathLst>
                <a:path w="21600" h="21600">
                  <a:moveTo>
                    <a:pt x="10922" y="0"/>
                  </a:moveTo>
                  <a:lnTo>
                    <a:pt x="21600" y="0"/>
                  </a:lnTo>
                  <a:lnTo>
                    <a:pt x="10678" y="21600"/>
                  </a:lnTo>
                  <a:lnTo>
                    <a:pt x="0" y="21600"/>
                  </a:lnTo>
                  <a:close/>
                </a:path>
              </a:pathLst>
            </a:custGeom>
            <a:solidFill>
              <a:srgbClr val="adb5bd"/>
            </a:solidFill>
            <a:ln w="0">
              <a:noFill/>
            </a:ln>
          </p:spPr>
          <p:style>
            <a:lnRef idx="0"/>
            <a:fillRef idx="0"/>
            <a:effectRef idx="0"/>
            <a:fontRef idx="minor"/>
          </p:style>
        </p:sp>
        <p:sp>
          <p:nvSpPr>
            <p:cNvPr id="224" name=""/>
            <p:cNvSpPr/>
            <p:nvPr/>
          </p:nvSpPr>
          <p:spPr>
            <a:xfrm flipH="1" flipV="1" rot="5330400">
              <a:off x="3977280" y="982800"/>
              <a:ext cx="1371600" cy="1463040"/>
            </a:xfrm>
            <a:custGeom>
              <a:avLst/>
              <a:gdLst/>
              <a:ahLst/>
              <a:rect l="l" t="t" r="r" b="b"/>
              <a:pathLst>
                <a:path w="21600" h="21600">
                  <a:moveTo>
                    <a:pt x="10922" y="0"/>
                  </a:moveTo>
                  <a:lnTo>
                    <a:pt x="21600" y="0"/>
                  </a:lnTo>
                  <a:lnTo>
                    <a:pt x="10678" y="21600"/>
                  </a:lnTo>
                  <a:lnTo>
                    <a:pt x="0" y="21600"/>
                  </a:lnTo>
                  <a:close/>
                </a:path>
              </a:pathLst>
            </a:custGeom>
            <a:solidFill>
              <a:srgbClr val="6c757d"/>
            </a:solidFill>
            <a:ln w="0">
              <a:noFill/>
            </a:ln>
          </p:spPr>
          <p:style>
            <a:lnRef idx="0"/>
            <a:fillRef idx="0"/>
            <a:effectRef idx="0"/>
            <a:fontRef idx="minor"/>
          </p:style>
        </p:sp>
        <p:sp>
          <p:nvSpPr>
            <p:cNvPr id="225" name=""/>
            <p:cNvSpPr/>
            <p:nvPr/>
          </p:nvSpPr>
          <p:spPr>
            <a:xfrm flipH="1" flipV="1" rot="5330400">
              <a:off x="4911480" y="744840"/>
              <a:ext cx="1371600" cy="1463040"/>
            </a:xfrm>
            <a:custGeom>
              <a:avLst/>
              <a:gdLst/>
              <a:ahLst/>
              <a:rect l="l" t="t" r="r" b="b"/>
              <a:pathLst>
                <a:path w="21600" h="21600">
                  <a:moveTo>
                    <a:pt x="10922" y="0"/>
                  </a:moveTo>
                  <a:lnTo>
                    <a:pt x="21600" y="0"/>
                  </a:lnTo>
                  <a:lnTo>
                    <a:pt x="10678" y="21600"/>
                  </a:lnTo>
                  <a:lnTo>
                    <a:pt x="0" y="21600"/>
                  </a:lnTo>
                  <a:close/>
                </a:path>
              </a:pathLst>
            </a:custGeom>
            <a:solidFill>
              <a:srgbClr val="343a40"/>
            </a:solidFill>
            <a:ln w="0">
              <a:noFill/>
            </a:ln>
          </p:spPr>
          <p:style>
            <a:lnRef idx="0"/>
            <a:fillRef idx="0"/>
            <a:effectRef idx="0"/>
            <a:fontRef idx="minor"/>
          </p:style>
        </p:sp>
        <p:sp>
          <p:nvSpPr>
            <p:cNvPr id="226" name=""/>
            <p:cNvSpPr/>
            <p:nvPr/>
          </p:nvSpPr>
          <p:spPr>
            <a:xfrm flipH="1" flipV="1" rot="5330400">
              <a:off x="4032000" y="3683160"/>
              <a:ext cx="1371600" cy="1463040"/>
            </a:xfrm>
            <a:custGeom>
              <a:avLst/>
              <a:gdLst/>
              <a:ahLst/>
              <a:rect l="l" t="t" r="r" b="b"/>
              <a:pathLst>
                <a:path w="21600" h="21600">
                  <a:moveTo>
                    <a:pt x="10922" y="0"/>
                  </a:moveTo>
                  <a:lnTo>
                    <a:pt x="21600" y="0"/>
                  </a:lnTo>
                  <a:lnTo>
                    <a:pt x="10678" y="21600"/>
                  </a:lnTo>
                  <a:lnTo>
                    <a:pt x="0" y="21600"/>
                  </a:lnTo>
                  <a:close/>
                </a:path>
              </a:pathLst>
            </a:custGeom>
            <a:solidFill>
              <a:srgbClr val="e9ecef"/>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264"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
        <p:nvSpPr>
          <p:cNvPr id="265" name=""/>
          <p:cNvSpPr/>
          <p:nvPr/>
        </p:nvSpPr>
        <p:spPr>
          <a:xfrm>
            <a:off x="641196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sp>
      <p:sp>
        <p:nvSpPr>
          <p:cNvPr id="266" name=""/>
          <p:cNvSpPr/>
          <p:nvPr/>
        </p:nvSpPr>
        <p:spPr>
          <a:xfrm>
            <a:off x="5813280" y="38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sp>
      <p:sp>
        <p:nvSpPr>
          <p:cNvPr id="267" name=""/>
          <p:cNvSpPr/>
          <p:nvPr/>
        </p:nvSpPr>
        <p:spPr>
          <a:xfrm>
            <a:off x="7589520" y="2560320"/>
            <a:ext cx="2194560" cy="2194560"/>
          </a:xfrm>
          <a:prstGeom prst="ellipse">
            <a:avLst/>
          </a:prstGeom>
          <a:solidFill>
            <a:srgbClr val="8d99ae">
              <a:alpha val="10000"/>
            </a:srgbClr>
          </a:solidFill>
          <a:ln w="0">
            <a:noFill/>
          </a:ln>
        </p:spPr>
        <p:style>
          <a:lnRef idx="0"/>
          <a:fillRef idx="0"/>
          <a:effectRef idx="0"/>
          <a:fontRef idx="minor"/>
        </p:style>
      </p:sp>
      <p:sp>
        <p:nvSpPr>
          <p:cNvPr id="268" name=""/>
          <p:cNvSpPr/>
          <p:nvPr/>
        </p:nvSpPr>
        <p:spPr>
          <a:xfrm>
            <a:off x="3200400" y="731520"/>
            <a:ext cx="1684800" cy="1645920"/>
          </a:xfrm>
          <a:prstGeom prst="ellipse">
            <a:avLst/>
          </a:prstGeom>
          <a:solidFill>
            <a:srgbClr val="8d99ae">
              <a:alpha val="10000"/>
            </a:srgbClr>
          </a:solidFill>
          <a:ln w="0">
            <a:noFill/>
          </a:ln>
        </p:spPr>
        <p:style>
          <a:lnRef idx="0"/>
          <a:fillRef idx="0"/>
          <a:effectRef idx="0"/>
          <a:fontRef idx="minor"/>
        </p:style>
      </p:sp>
      <p:sp>
        <p:nvSpPr>
          <p:cNvPr id="269" name=""/>
          <p:cNvSpPr/>
          <p:nvPr/>
        </p:nvSpPr>
        <p:spPr>
          <a:xfrm>
            <a:off x="1424160" y="3489120"/>
            <a:ext cx="1684800" cy="1645920"/>
          </a:xfrm>
          <a:prstGeom prst="ellipse">
            <a:avLst/>
          </a:prstGeom>
          <a:solidFill>
            <a:srgbClr val="8d99ae">
              <a:alpha val="10000"/>
            </a:srgbClr>
          </a:solidFill>
          <a:ln w="0">
            <a:noFill/>
          </a:ln>
        </p:spPr>
        <p:style>
          <a:lnRef idx="0"/>
          <a:fillRef idx="0"/>
          <a:effectRef idx="0"/>
          <a:fontRef idx="minor"/>
        </p:style>
      </p:sp>
      <p:sp>
        <p:nvSpPr>
          <p:cNvPr id="270" name=""/>
          <p:cNvSpPr/>
          <p:nvPr/>
        </p:nvSpPr>
        <p:spPr>
          <a:xfrm>
            <a:off x="700920" y="1900080"/>
            <a:ext cx="1402200" cy="1848960"/>
          </a:xfrm>
          <a:custGeom>
            <a:avLst/>
            <a:gdLst/>
            <a:ahLst/>
            <a:rect l="0" t="0" r="r" b="b"/>
            <a:pathLst>
              <a:path fill="none" w="3895" h="5136">
                <a:moveTo>
                  <a:pt x="339" y="0"/>
                </a:moveTo>
                <a:cubicBezTo>
                  <a:pt x="-931" y="2540"/>
                  <a:pt x="1609" y="5588"/>
                  <a:pt x="3895" y="5080"/>
                </a:cubicBezTo>
              </a:path>
            </a:pathLst>
          </a:custGeom>
          <a:ln w="36720">
            <a:solidFill>
              <a:srgbClr val="666666"/>
            </a:solidFill>
            <a:custDash>
              <a:ds d="600000" sp="300000"/>
            </a:custDash>
            <a:round/>
            <a:headEnd len="med" type="triangle" w="med"/>
            <a:tailEnd len="med" type="triangle" w="med"/>
          </a:ln>
        </p:spPr>
      </p:sp>
      <p:sp>
        <p:nvSpPr>
          <p:cNvPr id="271" name=""/>
          <p:cNvSpPr/>
          <p:nvPr/>
        </p:nvSpPr>
        <p:spPr>
          <a:xfrm>
            <a:off x="3931920" y="201168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med" type="triangle" w="med"/>
            <a:tailEnd len="med" type="triangle" w="med"/>
          </a:ln>
        </p:spPr>
      </p:sp>
      <p:sp>
        <p:nvSpPr>
          <p:cNvPr id="272" name=""/>
          <p:cNvSpPr/>
          <p:nvPr/>
        </p:nvSpPr>
        <p:spPr>
          <a:xfrm>
            <a:off x="7724880" y="2103120"/>
            <a:ext cx="779040" cy="1463040"/>
          </a:xfrm>
          <a:custGeom>
            <a:avLst/>
            <a:gdLst/>
            <a:ahLst/>
            <a:rect l="0" t="0" r="r" b="b"/>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ln w="36720">
            <a:solidFill>
              <a:srgbClr val="666666"/>
            </a:solidFill>
            <a:custDash>
              <a:ds d="600000" sp="300000"/>
            </a:custDash>
            <a:round/>
            <a:headEnd len="med" type="triangle" w="med"/>
            <a:tailEnd len="med" type="triangle" w="med"/>
          </a:ln>
        </p:spPr>
      </p:sp>
      <p:sp>
        <p:nvSpPr>
          <p:cNvPr id="273" name=""/>
          <p:cNvSpPr/>
          <p:nvPr/>
        </p:nvSpPr>
        <p:spPr>
          <a:xfrm>
            <a:off x="1424160" y="47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sp>
      <p:sp>
        <p:nvSpPr>
          <p:cNvPr id="274" name=""/>
          <p:cNvSpPr/>
          <p:nvPr/>
        </p:nvSpPr>
        <p:spPr>
          <a:xfrm>
            <a:off x="288720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312"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grpSp>
        <p:nvGrpSpPr>
          <p:cNvPr id="313" name=""/>
          <p:cNvGrpSpPr/>
          <p:nvPr/>
        </p:nvGrpSpPr>
        <p:grpSpPr>
          <a:xfrm>
            <a:off x="3570480" y="1225440"/>
            <a:ext cx="5120640" cy="2926080"/>
            <a:chOff x="3570480" y="1225440"/>
            <a:chExt cx="5120640" cy="2926080"/>
          </a:xfrm>
        </p:grpSpPr>
        <p:sp>
          <p:nvSpPr>
            <p:cNvPr id="314" name=""/>
            <p:cNvSpPr/>
            <p:nvPr/>
          </p:nvSpPr>
          <p:spPr>
            <a:xfrm>
              <a:off x="3570480" y="1528200"/>
              <a:ext cx="4927320" cy="2623320"/>
            </a:xfrm>
            <a:prstGeom prst="rect">
              <a:avLst/>
            </a:prstGeom>
            <a:solidFill>
              <a:srgbClr val="e9ecef"/>
            </a:solidFill>
            <a:ln w="0">
              <a:noFill/>
            </a:ln>
          </p:spPr>
          <p:style>
            <a:lnRef idx="0"/>
            <a:fillRef idx="0"/>
            <a:effectRef idx="0"/>
            <a:fontRef idx="minor"/>
          </p:style>
        </p:sp>
        <p:sp>
          <p:nvSpPr>
            <p:cNvPr id="315" name=""/>
            <p:cNvSpPr/>
            <p:nvPr/>
          </p:nvSpPr>
          <p:spPr>
            <a:xfrm>
              <a:off x="3763800" y="1225440"/>
              <a:ext cx="4927320" cy="2623320"/>
            </a:xfrm>
            <a:prstGeom prst="rect">
              <a:avLst/>
            </a:prstGeom>
            <a:noFill/>
            <a:ln w="18360">
              <a:solidFill>
                <a:srgbClr val="000000"/>
              </a:solidFill>
              <a:round/>
            </a:ln>
          </p:spPr>
          <p:style>
            <a:lnRef idx="0"/>
            <a:fillRef idx="0"/>
            <a:effectRef idx="0"/>
            <a:fontRef idx="minor"/>
          </p:style>
        </p:sp>
      </p:grpSp>
      <p:grpSp>
        <p:nvGrpSpPr>
          <p:cNvPr id="316" name=""/>
          <p:cNvGrpSpPr/>
          <p:nvPr/>
        </p:nvGrpSpPr>
        <p:grpSpPr>
          <a:xfrm>
            <a:off x="-2094120" y="-402480"/>
            <a:ext cx="4946760" cy="8521920"/>
            <a:chOff x="-2094120" y="-402480"/>
            <a:chExt cx="4946760" cy="8521920"/>
          </a:xfrm>
        </p:grpSpPr>
        <p:sp>
          <p:nvSpPr>
            <p:cNvPr id="317" name=""/>
            <p:cNvSpPr/>
            <p:nvPr/>
          </p:nvSpPr>
          <p:spPr>
            <a:xfrm>
              <a:off x="-893160" y="44866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18" name=""/>
            <p:cNvSpPr/>
            <p:nvPr/>
          </p:nvSpPr>
          <p:spPr>
            <a:xfrm rot="5358000">
              <a:off x="-897480" y="51534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19" name=""/>
            <p:cNvSpPr/>
            <p:nvPr/>
          </p:nvSpPr>
          <p:spPr>
            <a:xfrm>
              <a:off x="-228960" y="51616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0" name=""/>
            <p:cNvSpPr/>
            <p:nvPr/>
          </p:nvSpPr>
          <p:spPr>
            <a:xfrm rot="5358000">
              <a:off x="-219960" y="4488840"/>
              <a:ext cx="106848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1" name=""/>
            <p:cNvSpPr/>
            <p:nvPr/>
          </p:nvSpPr>
          <p:spPr>
            <a:xfrm>
              <a:off x="-228960" y="38260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2" name=""/>
            <p:cNvSpPr/>
            <p:nvPr/>
          </p:nvSpPr>
          <p:spPr>
            <a:xfrm rot="5358000">
              <a:off x="-1586160" y="44946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3" name=""/>
            <p:cNvSpPr/>
            <p:nvPr/>
          </p:nvSpPr>
          <p:spPr>
            <a:xfrm rot="5358000">
              <a:off x="-2238480" y="517068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4" name=""/>
            <p:cNvSpPr/>
            <p:nvPr/>
          </p:nvSpPr>
          <p:spPr>
            <a:xfrm rot="5358000">
              <a:off x="-897120" y="38214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5" name=""/>
            <p:cNvSpPr/>
            <p:nvPr/>
          </p:nvSpPr>
          <p:spPr>
            <a:xfrm rot="5358000">
              <a:off x="-222120" y="315468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6" name=""/>
            <p:cNvSpPr/>
            <p:nvPr/>
          </p:nvSpPr>
          <p:spPr>
            <a:xfrm>
              <a:off x="455040" y="44776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7" name=""/>
            <p:cNvSpPr/>
            <p:nvPr/>
          </p:nvSpPr>
          <p:spPr>
            <a:xfrm rot="5358000">
              <a:off x="470520" y="38214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8" name=""/>
            <p:cNvSpPr/>
            <p:nvPr/>
          </p:nvSpPr>
          <p:spPr>
            <a:xfrm>
              <a:off x="1158840" y="51706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29" name=""/>
            <p:cNvSpPr/>
            <p:nvPr/>
          </p:nvSpPr>
          <p:spPr>
            <a:xfrm>
              <a:off x="-1561680" y="516276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0" name=""/>
            <p:cNvSpPr/>
            <p:nvPr/>
          </p:nvSpPr>
          <p:spPr>
            <a:xfrm rot="5358000">
              <a:off x="461520" y="517068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1" name=""/>
            <p:cNvSpPr/>
            <p:nvPr/>
          </p:nvSpPr>
          <p:spPr>
            <a:xfrm flipH="1" rot="16242000">
              <a:off x="-232200" y="179388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2" name=""/>
            <p:cNvSpPr/>
            <p:nvPr/>
          </p:nvSpPr>
          <p:spPr>
            <a:xfrm flipH="1" rot="16242000">
              <a:off x="419760" y="246996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3" name=""/>
            <p:cNvSpPr/>
            <p:nvPr/>
          </p:nvSpPr>
          <p:spPr>
            <a:xfrm flipH="1">
              <a:off x="-246600" y="246204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4" name=""/>
            <p:cNvSpPr/>
            <p:nvPr/>
          </p:nvSpPr>
          <p:spPr>
            <a:xfrm>
              <a:off x="1107720" y="11350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5" name=""/>
            <p:cNvSpPr/>
            <p:nvPr/>
          </p:nvSpPr>
          <p:spPr>
            <a:xfrm rot="5358000">
              <a:off x="1103040" y="18018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6" name=""/>
            <p:cNvSpPr/>
            <p:nvPr/>
          </p:nvSpPr>
          <p:spPr>
            <a:xfrm rot="5358000">
              <a:off x="414360" y="114300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7" name=""/>
            <p:cNvSpPr/>
            <p:nvPr/>
          </p:nvSpPr>
          <p:spPr>
            <a:xfrm>
              <a:off x="439200" y="181116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8" name=""/>
            <p:cNvSpPr/>
            <p:nvPr/>
          </p:nvSpPr>
          <p:spPr>
            <a:xfrm>
              <a:off x="423720" y="45108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39" name=""/>
            <p:cNvSpPr/>
            <p:nvPr/>
          </p:nvSpPr>
          <p:spPr>
            <a:xfrm rot="5358000">
              <a:off x="-246600" y="43884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0" name=""/>
            <p:cNvSpPr/>
            <p:nvPr/>
          </p:nvSpPr>
          <p:spPr>
            <a:xfrm rot="5358000">
              <a:off x="434880" y="-24624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1" name=""/>
            <p:cNvSpPr/>
            <p:nvPr/>
          </p:nvSpPr>
          <p:spPr>
            <a:xfrm>
              <a:off x="1779480" y="179460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2" name=""/>
            <p:cNvSpPr/>
            <p:nvPr/>
          </p:nvSpPr>
          <p:spPr>
            <a:xfrm>
              <a:off x="1106280" y="-25704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3" name=""/>
            <p:cNvSpPr/>
            <p:nvPr/>
          </p:nvSpPr>
          <p:spPr>
            <a:xfrm>
              <a:off x="-908280" y="179064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6"/>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4" name=""/>
            <p:cNvSpPr/>
            <p:nvPr/>
          </p:nvSpPr>
          <p:spPr>
            <a:xfrm rot="5358000">
              <a:off x="-245880" y="582516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5" name=""/>
            <p:cNvSpPr/>
            <p:nvPr/>
          </p:nvSpPr>
          <p:spPr>
            <a:xfrm>
              <a:off x="427320" y="585396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7"/>
              <a:srcRect/>
              <a:tile/>
            </a:blip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6" name=""/>
            <p:cNvSpPr/>
            <p:nvPr/>
          </p:nvSpPr>
          <p:spPr>
            <a:xfrm>
              <a:off x="-236880" y="649404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7" name=""/>
            <p:cNvSpPr/>
            <p:nvPr/>
          </p:nvSpPr>
          <p:spPr>
            <a:xfrm rot="5358000">
              <a:off x="-929880" y="650196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8" name=""/>
            <p:cNvSpPr/>
            <p:nvPr/>
          </p:nvSpPr>
          <p:spPr>
            <a:xfrm rot="5358000">
              <a:off x="-246600" y="7197120"/>
              <a:ext cx="106848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49" name=""/>
            <p:cNvSpPr/>
            <p:nvPr/>
          </p:nvSpPr>
          <p:spPr>
            <a:xfrm rot="5358000">
              <a:off x="426600" y="6518520"/>
              <a:ext cx="106884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sp>
          <p:nvSpPr>
            <p:cNvPr id="350" name=""/>
            <p:cNvSpPr/>
            <p:nvPr/>
          </p:nvSpPr>
          <p:spPr>
            <a:xfrm>
              <a:off x="1103400" y="6530040"/>
              <a:ext cx="1073160" cy="766440"/>
            </a:xfrm>
            <a:custGeom>
              <a:avLst/>
              <a:gdLst/>
              <a:ahLst/>
              <a:rect l="l" t="t" r="r" b="b"/>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sp>
      </p:grpSp>
      <p:sp>
        <p:nvSpPr>
          <p:cNvPr id="351" name=""/>
          <p:cNvSpPr txBox="1"/>
          <p:nvPr/>
        </p:nvSpPr>
        <p:spPr>
          <a:xfrm>
            <a:off x="3844800" y="1408320"/>
            <a:ext cx="1097280" cy="1225800"/>
          </a:xfrm>
          <a:prstGeom prst="rect">
            <a:avLst/>
          </a:prstGeom>
          <a:noFill/>
          <a:ln w="0">
            <a:noFill/>
          </a:ln>
        </p:spPr>
        <p:txBody>
          <a:bodyPr lIns="90000" rIns="90000" tIns="45000" bIns="45000" anchor="t">
            <a:noAutofit/>
          </a:bodyPr>
          <a:p>
            <a:r>
              <a:rPr b="0" lang="en-IN" sz="8000" spc="-1" strike="noStrike">
                <a:latin typeface="Arial"/>
              </a:rPr>
              <a:t>“</a:t>
            </a:r>
            <a:endParaRPr b="0" lang="en-IN" sz="8000" spc="-1" strike="noStrike">
              <a:latin typeface="Arial"/>
            </a:endParaRPr>
          </a:p>
        </p:txBody>
      </p:sp>
      <p:sp>
        <p:nvSpPr>
          <p:cNvPr id="352" name=""/>
          <p:cNvSpPr txBox="1"/>
          <p:nvPr/>
        </p:nvSpPr>
        <p:spPr>
          <a:xfrm>
            <a:off x="7868160" y="3039840"/>
            <a:ext cx="1097280" cy="1111680"/>
          </a:xfrm>
          <a:prstGeom prst="rect">
            <a:avLst/>
          </a:prstGeom>
          <a:noFill/>
          <a:ln w="0">
            <a:noFill/>
          </a:ln>
        </p:spPr>
        <p:txBody>
          <a:bodyPr lIns="90000" rIns="90000" tIns="45000" bIns="45000" anchor="t">
            <a:noAutofit/>
          </a:bodyPr>
          <a:p>
            <a:r>
              <a:rPr b="0" lang="en-IN" sz="7200" spc="-1" strike="noStrike">
                <a:latin typeface="Arial"/>
              </a:rPr>
              <a:t>”</a:t>
            </a:r>
            <a:endParaRPr b="0" lang="en-IN" sz="7200" spc="-1" strike="noStrike">
              <a:latin typeface="Arial"/>
            </a:endParaRPr>
          </a:p>
        </p:txBody>
      </p:sp>
      <p:sp>
        <p:nvSpPr>
          <p:cNvPr id="353" name=""/>
          <p:cNvSpPr/>
          <p:nvPr/>
        </p:nvSpPr>
        <p:spPr>
          <a:xfrm>
            <a:off x="8538120" y="387720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sm" type="oval" w="lg"/>
            <a:tailEnd len="sm" type="oval" w="lg"/>
          </a:ln>
        </p:spPr>
      </p:sp>
      <p:sp>
        <p:nvSpPr>
          <p:cNvPr id="354" name=""/>
          <p:cNvSpPr/>
          <p:nvPr/>
        </p:nvSpPr>
        <p:spPr>
          <a:xfrm>
            <a:off x="7372080" y="4974480"/>
            <a:ext cx="1684800" cy="1645920"/>
          </a:xfrm>
          <a:prstGeom prst="ellipse">
            <a:avLst/>
          </a:prstGeom>
          <a:solidFill>
            <a:srgbClr val="8d99ae">
              <a:alpha val="10000"/>
            </a:srgbClr>
          </a:solidFill>
          <a:ln w="0">
            <a:noFill/>
          </a:ln>
        </p:spPr>
        <p:style>
          <a:lnRef idx="0"/>
          <a:fillRef idx="0"/>
          <a:effectRef idx="0"/>
          <a:fontRef idx="minor"/>
        </p:style>
      </p:sp>
      <p:sp>
        <p:nvSpPr>
          <p:cNvPr id="355" name=""/>
          <p:cNvSpPr/>
          <p:nvPr/>
        </p:nvSpPr>
        <p:spPr>
          <a:xfrm>
            <a:off x="7868160" y="-329040"/>
            <a:ext cx="2011680" cy="2011680"/>
          </a:xfrm>
          <a:prstGeom prst="ellipse">
            <a:avLst/>
          </a:prstGeom>
          <a:solidFill>
            <a:srgbClr val="8d99ae">
              <a:alpha val="10000"/>
            </a:srgbClr>
          </a:solidFill>
          <a:ln w="0">
            <a:noFill/>
          </a:ln>
        </p:spPr>
        <p:style>
          <a:lnRef idx="0"/>
          <a:fillRef idx="0"/>
          <a:effectRef idx="0"/>
          <a:fontRef idx="minor"/>
        </p:style>
      </p:sp>
      <p:sp>
        <p:nvSpPr>
          <p:cNvPr id="356" name=""/>
          <p:cNvSpPr/>
          <p:nvPr/>
        </p:nvSpPr>
        <p:spPr>
          <a:xfrm>
            <a:off x="2982960" y="3757320"/>
            <a:ext cx="1044720" cy="302760"/>
          </a:xfrm>
          <a:prstGeom prst="rect">
            <a:avLst/>
          </a:prstGeom>
          <a:pattFill prst="wdUpDiag">
            <a:fgClr>
              <a:srgbClr val="000000"/>
            </a:fgClr>
            <a:bgClr>
              <a:srgbClr val="ffffff">
                <a:alpha val="0"/>
              </a:srgbClr>
            </a:bgClr>
          </a:patt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394"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
        <p:nvSpPr>
          <p:cNvPr id="395" name=""/>
          <p:cNvSpPr/>
          <p:nvPr/>
        </p:nvSpPr>
        <p:spPr>
          <a:xfrm>
            <a:off x="8266320" y="4115520"/>
            <a:ext cx="1920240" cy="1920240"/>
          </a:xfrm>
          <a:prstGeom prst="ellipse">
            <a:avLst/>
          </a:prstGeom>
          <a:solidFill>
            <a:srgbClr val="8d99ae">
              <a:alpha val="10000"/>
            </a:srgbClr>
          </a:solidFill>
          <a:ln w="0">
            <a:noFill/>
          </a:ln>
        </p:spPr>
        <p:style>
          <a:lnRef idx="0"/>
          <a:fillRef idx="0"/>
          <a:effectRef idx="0"/>
          <a:fontRef idx="minor"/>
        </p:style>
      </p:sp>
      <p:sp>
        <p:nvSpPr>
          <p:cNvPr id="396" name=""/>
          <p:cNvSpPr/>
          <p:nvPr/>
        </p:nvSpPr>
        <p:spPr>
          <a:xfrm>
            <a:off x="7717680" y="-548280"/>
            <a:ext cx="1920240" cy="1920240"/>
          </a:xfrm>
          <a:prstGeom prst="ellipse">
            <a:avLst/>
          </a:prstGeom>
          <a:solidFill>
            <a:srgbClr val="8d99ae">
              <a:alpha val="10000"/>
            </a:srgbClr>
          </a:solidFill>
          <a:ln w="0">
            <a:noFill/>
          </a:ln>
        </p:spPr>
        <p:style>
          <a:lnRef idx="0"/>
          <a:fillRef idx="0"/>
          <a:effectRef idx="0"/>
          <a:fontRef idx="minor"/>
        </p:style>
      </p:sp>
      <p:grpSp>
        <p:nvGrpSpPr>
          <p:cNvPr id="397" name=""/>
          <p:cNvGrpSpPr/>
          <p:nvPr/>
        </p:nvGrpSpPr>
        <p:grpSpPr>
          <a:xfrm>
            <a:off x="-147600" y="-296280"/>
            <a:ext cx="915840" cy="1281240"/>
            <a:chOff x="-147600" y="-296280"/>
            <a:chExt cx="915840" cy="1281240"/>
          </a:xfrm>
        </p:grpSpPr>
        <p:sp>
          <p:nvSpPr>
            <p:cNvPr id="398" name=""/>
            <p:cNvSpPr/>
            <p:nvPr/>
          </p:nvSpPr>
          <p:spPr>
            <a:xfrm flipV="1" rot="5395800">
              <a:off x="219240" y="801000"/>
              <a:ext cx="182880" cy="182880"/>
            </a:xfrm>
            <a:prstGeom prst="ellipse">
              <a:avLst/>
            </a:prstGeom>
            <a:blipFill rotWithShape="0">
              <a:blip r:embed="rId2"/>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399" name=""/>
            <p:cNvSpPr/>
            <p:nvPr/>
          </p:nvSpPr>
          <p:spPr>
            <a:xfrm flipV="1" rot="5395800">
              <a:off x="218880" y="435240"/>
              <a:ext cx="182880" cy="182880"/>
            </a:xfrm>
            <a:prstGeom prst="ellipse">
              <a:avLst/>
            </a:prstGeom>
            <a:blipFill rotWithShape="0">
              <a:blip r:embed="rId3"/>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0" name=""/>
            <p:cNvSpPr/>
            <p:nvPr/>
          </p:nvSpPr>
          <p:spPr>
            <a:xfrm flipV="1" rot="5395800">
              <a:off x="218520" y="69840"/>
              <a:ext cx="182880" cy="182880"/>
            </a:xfrm>
            <a:prstGeom prst="ellipse">
              <a:avLst/>
            </a:prstGeom>
            <a:blipFill rotWithShape="0">
              <a:blip r:embed="rId4"/>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1" name=""/>
            <p:cNvSpPr/>
            <p:nvPr/>
          </p:nvSpPr>
          <p:spPr>
            <a:xfrm flipV="1" rot="5395800">
              <a:off x="217800" y="-295920"/>
              <a:ext cx="182880" cy="182880"/>
            </a:xfrm>
            <a:prstGeom prst="ellipse">
              <a:avLst/>
            </a:prstGeom>
            <a:blipFill rotWithShape="0">
              <a:blip r:embed="rId5"/>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2" name=""/>
            <p:cNvSpPr/>
            <p:nvPr/>
          </p:nvSpPr>
          <p:spPr>
            <a:xfrm flipV="1" rot="5395800">
              <a:off x="583920" y="-296280"/>
              <a:ext cx="182880" cy="182880"/>
            </a:xfrm>
            <a:prstGeom prst="ellipse">
              <a:avLst/>
            </a:prstGeom>
            <a:blipFill rotWithShape="0">
              <a:blip r:embed="rId6"/>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3" name=""/>
            <p:cNvSpPr/>
            <p:nvPr/>
          </p:nvSpPr>
          <p:spPr>
            <a:xfrm flipV="1" rot="5395800">
              <a:off x="584280" y="69120"/>
              <a:ext cx="182880" cy="182880"/>
            </a:xfrm>
            <a:prstGeom prst="ellipse">
              <a:avLst/>
            </a:prstGeom>
            <a:blipFill rotWithShape="0">
              <a:blip r:embed="rId7"/>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4" name=""/>
            <p:cNvSpPr/>
            <p:nvPr/>
          </p:nvSpPr>
          <p:spPr>
            <a:xfrm flipV="1" rot="5395800">
              <a:off x="584280" y="434880"/>
              <a:ext cx="182880" cy="182880"/>
            </a:xfrm>
            <a:prstGeom prst="ellipse">
              <a:avLst/>
            </a:prstGeom>
            <a:blipFill rotWithShape="0">
              <a:blip r:embed="rId8"/>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5" name=""/>
            <p:cNvSpPr/>
            <p:nvPr/>
          </p:nvSpPr>
          <p:spPr>
            <a:xfrm flipV="1" rot="5395800">
              <a:off x="585000" y="801000"/>
              <a:ext cx="182880" cy="182880"/>
            </a:xfrm>
            <a:prstGeom prst="ellipse">
              <a:avLst/>
            </a:prstGeom>
            <a:blipFill rotWithShape="0">
              <a:blip r:embed="rId9"/>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6" name=""/>
            <p:cNvSpPr/>
            <p:nvPr/>
          </p:nvSpPr>
          <p:spPr>
            <a:xfrm flipV="1" rot="5395800">
              <a:off x="-146160" y="801360"/>
              <a:ext cx="182880" cy="182880"/>
            </a:xfrm>
            <a:prstGeom prst="ellipse">
              <a:avLst/>
            </a:prstGeom>
            <a:blipFill rotWithShape="0">
              <a:blip r:embed="rId10"/>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7" name=""/>
            <p:cNvSpPr/>
            <p:nvPr/>
          </p:nvSpPr>
          <p:spPr>
            <a:xfrm flipV="1" rot="5395800">
              <a:off x="-146880" y="435960"/>
              <a:ext cx="182880" cy="182880"/>
            </a:xfrm>
            <a:prstGeom prst="ellipse">
              <a:avLst/>
            </a:prstGeom>
            <a:blipFill rotWithShape="0">
              <a:blip r:embed="rId11"/>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8" name=""/>
            <p:cNvSpPr/>
            <p:nvPr/>
          </p:nvSpPr>
          <p:spPr>
            <a:xfrm flipV="1" rot="5395800">
              <a:off x="-146880" y="69840"/>
              <a:ext cx="182880" cy="182880"/>
            </a:xfrm>
            <a:prstGeom prst="ellipse">
              <a:avLst/>
            </a:prstGeom>
            <a:blipFill rotWithShape="0">
              <a:blip r:embed="rId12"/>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09" name=""/>
            <p:cNvSpPr/>
            <p:nvPr/>
          </p:nvSpPr>
          <p:spPr>
            <a:xfrm flipV="1" rot="5395800">
              <a:off x="-147240" y="-295560"/>
              <a:ext cx="182880" cy="182880"/>
            </a:xfrm>
            <a:prstGeom prst="ellipse">
              <a:avLst/>
            </a:prstGeom>
            <a:blipFill rotWithShape="0">
              <a:blip r:embed="rId13"/>
              <a:srcRect/>
              <a:tile/>
            </a:blipFill>
            <a:ln w="0">
              <a:noFill/>
            </a:ln>
            <a:effectLst>
              <a:outerShdw dist="103350" dir="2700000" blurRad="0" rotWithShape="0">
                <a:srgbClr val="808080">
                  <a:alpha val="65000"/>
                </a:srgbClr>
              </a:outerShdw>
            </a:effectLst>
          </p:spPr>
          <p:style>
            <a:lnRef idx="0"/>
            <a:fillRef idx="0"/>
            <a:effectRef idx="0"/>
            <a:fontRef idx="minor"/>
          </p:style>
        </p:sp>
      </p:grpSp>
      <p:grpSp>
        <p:nvGrpSpPr>
          <p:cNvPr id="410" name=""/>
          <p:cNvGrpSpPr/>
          <p:nvPr/>
        </p:nvGrpSpPr>
        <p:grpSpPr>
          <a:xfrm>
            <a:off x="9545040" y="4645800"/>
            <a:ext cx="915840" cy="1281240"/>
            <a:chOff x="9545040" y="4645800"/>
            <a:chExt cx="915840" cy="1281240"/>
          </a:xfrm>
        </p:grpSpPr>
        <p:sp>
          <p:nvSpPr>
            <p:cNvPr id="411" name=""/>
            <p:cNvSpPr/>
            <p:nvPr/>
          </p:nvSpPr>
          <p:spPr>
            <a:xfrm flipV="1" rot="5395800">
              <a:off x="9911880" y="5743080"/>
              <a:ext cx="182880" cy="182880"/>
            </a:xfrm>
            <a:prstGeom prst="ellipse">
              <a:avLst/>
            </a:prstGeom>
            <a:blipFill rotWithShape="0">
              <a:blip r:embed="rId14"/>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2" name=""/>
            <p:cNvSpPr/>
            <p:nvPr/>
          </p:nvSpPr>
          <p:spPr>
            <a:xfrm flipV="1" rot="5395800">
              <a:off x="9911520" y="5377320"/>
              <a:ext cx="182880" cy="182880"/>
            </a:xfrm>
            <a:prstGeom prst="ellipse">
              <a:avLst/>
            </a:prstGeom>
            <a:blipFill rotWithShape="0">
              <a:blip r:embed="rId15"/>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3" name=""/>
            <p:cNvSpPr/>
            <p:nvPr/>
          </p:nvSpPr>
          <p:spPr>
            <a:xfrm flipV="1" rot="5395800">
              <a:off x="9911160" y="5011920"/>
              <a:ext cx="182880" cy="182880"/>
            </a:xfrm>
            <a:prstGeom prst="ellipse">
              <a:avLst/>
            </a:prstGeom>
            <a:blipFill rotWithShape="0">
              <a:blip r:embed="rId16"/>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4" name=""/>
            <p:cNvSpPr/>
            <p:nvPr/>
          </p:nvSpPr>
          <p:spPr>
            <a:xfrm flipV="1" rot="5395800">
              <a:off x="9910440" y="4645800"/>
              <a:ext cx="182880" cy="182880"/>
            </a:xfrm>
            <a:prstGeom prst="ellipse">
              <a:avLst/>
            </a:prstGeom>
            <a:blipFill rotWithShape="0">
              <a:blip r:embed="rId17"/>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5" name=""/>
            <p:cNvSpPr/>
            <p:nvPr/>
          </p:nvSpPr>
          <p:spPr>
            <a:xfrm flipV="1" rot="5395800">
              <a:off x="10276560" y="4645440"/>
              <a:ext cx="182880" cy="182880"/>
            </a:xfrm>
            <a:prstGeom prst="ellipse">
              <a:avLst/>
            </a:prstGeom>
            <a:blipFill rotWithShape="0">
              <a:blip r:embed="rId18"/>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6" name=""/>
            <p:cNvSpPr/>
            <p:nvPr/>
          </p:nvSpPr>
          <p:spPr>
            <a:xfrm flipV="1" rot="5395800">
              <a:off x="10276920" y="5011200"/>
              <a:ext cx="182880" cy="182880"/>
            </a:xfrm>
            <a:prstGeom prst="ellipse">
              <a:avLst/>
            </a:prstGeom>
            <a:blipFill rotWithShape="0">
              <a:blip r:embed="rId19"/>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7" name=""/>
            <p:cNvSpPr/>
            <p:nvPr/>
          </p:nvSpPr>
          <p:spPr>
            <a:xfrm flipV="1" rot="5395800">
              <a:off x="10276920" y="5376960"/>
              <a:ext cx="182880" cy="182880"/>
            </a:xfrm>
            <a:prstGeom prst="ellipse">
              <a:avLst/>
            </a:prstGeom>
            <a:blipFill rotWithShape="0">
              <a:blip r:embed="rId20"/>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8" name=""/>
            <p:cNvSpPr/>
            <p:nvPr/>
          </p:nvSpPr>
          <p:spPr>
            <a:xfrm flipV="1" rot="5395800">
              <a:off x="10277640" y="5743080"/>
              <a:ext cx="182880" cy="182880"/>
            </a:xfrm>
            <a:prstGeom prst="ellipse">
              <a:avLst/>
            </a:prstGeom>
            <a:blipFill rotWithShape="0">
              <a:blip r:embed="rId21"/>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19" name=""/>
            <p:cNvSpPr/>
            <p:nvPr/>
          </p:nvSpPr>
          <p:spPr>
            <a:xfrm flipV="1" rot="5395800">
              <a:off x="9546120" y="5743440"/>
              <a:ext cx="182880" cy="182880"/>
            </a:xfrm>
            <a:prstGeom prst="ellipse">
              <a:avLst/>
            </a:prstGeom>
            <a:blipFill rotWithShape="0">
              <a:blip r:embed="rId22"/>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20" name=""/>
            <p:cNvSpPr/>
            <p:nvPr/>
          </p:nvSpPr>
          <p:spPr>
            <a:xfrm flipV="1" rot="5395800">
              <a:off x="9545400" y="5378040"/>
              <a:ext cx="182880" cy="182880"/>
            </a:xfrm>
            <a:prstGeom prst="ellipse">
              <a:avLst/>
            </a:prstGeom>
            <a:blipFill rotWithShape="0">
              <a:blip r:embed="rId23"/>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21" name=""/>
            <p:cNvSpPr/>
            <p:nvPr/>
          </p:nvSpPr>
          <p:spPr>
            <a:xfrm flipV="1" rot="5395800">
              <a:off x="9545400" y="5011920"/>
              <a:ext cx="182880" cy="182880"/>
            </a:xfrm>
            <a:prstGeom prst="ellipse">
              <a:avLst/>
            </a:prstGeom>
            <a:blipFill rotWithShape="0">
              <a:blip r:embed="rId24"/>
              <a:srcRect/>
              <a:tile/>
            </a:blipFill>
            <a:ln w="0">
              <a:noFill/>
            </a:ln>
            <a:effectLst>
              <a:outerShdw dist="103350" dir="2700000" blurRad="0" rotWithShape="0">
                <a:srgbClr val="808080">
                  <a:alpha val="65000"/>
                </a:srgbClr>
              </a:outerShdw>
            </a:effectLst>
          </p:spPr>
          <p:style>
            <a:lnRef idx="0"/>
            <a:fillRef idx="0"/>
            <a:effectRef idx="0"/>
            <a:fontRef idx="minor"/>
          </p:style>
        </p:sp>
        <p:sp>
          <p:nvSpPr>
            <p:cNvPr id="422" name=""/>
            <p:cNvSpPr/>
            <p:nvPr/>
          </p:nvSpPr>
          <p:spPr>
            <a:xfrm flipV="1" rot="5395800">
              <a:off x="9545040" y="4646160"/>
              <a:ext cx="182880" cy="182880"/>
            </a:xfrm>
            <a:prstGeom prst="ellipse">
              <a:avLst/>
            </a:prstGeom>
            <a:blipFill rotWithShape="0">
              <a:blip r:embed="rId25"/>
              <a:srcRect/>
              <a:tile/>
            </a:blipFill>
            <a:ln w="0">
              <a:noFill/>
            </a:ln>
            <a:effectLst>
              <a:outerShdw dist="103350" dir="2700000" blurRad="0" rotWithShape="0">
                <a:srgbClr val="808080">
                  <a:alpha val="65000"/>
                </a:srgbClr>
              </a:outerShdw>
            </a:effectLst>
          </p:spPr>
          <p:style>
            <a:lnRef idx="0"/>
            <a:fillRef idx="0"/>
            <a:effectRef idx="0"/>
            <a:fontRef idx="minor"/>
          </p:style>
        </p:sp>
      </p:grpSp>
      <p:sp>
        <p:nvSpPr>
          <p:cNvPr id="423" name=""/>
          <p:cNvSpPr/>
          <p:nvPr/>
        </p:nvSpPr>
        <p:spPr>
          <a:xfrm>
            <a:off x="-146160" y="3109320"/>
            <a:ext cx="1920240" cy="1920240"/>
          </a:xfrm>
          <a:prstGeom prst="ellipse">
            <a:avLst/>
          </a:prstGeom>
          <a:solidFill>
            <a:srgbClr val="8d99ae">
              <a:alpha val="10000"/>
            </a:srgbClr>
          </a:solid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468000" y="468000"/>
            <a:ext cx="907164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461" name="PlaceHolder 2"/>
          <p:cNvSpPr>
            <a:spLocks noGrp="1"/>
          </p:cNvSpPr>
          <p:nvPr>
            <p:ph type="body"/>
          </p:nvPr>
        </p:nvSpPr>
        <p:spPr>
          <a:xfrm>
            <a:off x="468000" y="18000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
        <p:nvSpPr>
          <p:cNvPr id="462" name=""/>
          <p:cNvSpPr/>
          <p:nvPr/>
        </p:nvSpPr>
        <p:spPr>
          <a:xfrm rot="18876000">
            <a:off x="8646120" y="-405720"/>
            <a:ext cx="2895480" cy="2895480"/>
          </a:xfrm>
          <a:prstGeom prst="rect">
            <a:avLst/>
          </a:prstGeom>
          <a:solidFill>
            <a:srgbClr val="ced4da"/>
          </a:solidFill>
          <a:ln w="0">
            <a:noFill/>
          </a:ln>
        </p:spPr>
        <p:style>
          <a:lnRef idx="0"/>
          <a:fillRef idx="0"/>
          <a:effectRef idx="0"/>
          <a:fontRef idx="minor"/>
        </p:style>
      </p:sp>
      <p:sp>
        <p:nvSpPr>
          <p:cNvPr id="463" name=""/>
          <p:cNvSpPr/>
          <p:nvPr/>
        </p:nvSpPr>
        <p:spPr>
          <a:xfrm rot="18876000">
            <a:off x="8666280" y="3983040"/>
            <a:ext cx="2895480" cy="2895480"/>
          </a:xfrm>
          <a:prstGeom prst="rect">
            <a:avLst/>
          </a:prstGeom>
          <a:solidFill>
            <a:srgbClr val="ced4da"/>
          </a:solidFill>
          <a:ln w="0">
            <a:noFill/>
          </a:ln>
        </p:spPr>
        <p:style>
          <a:lnRef idx="0"/>
          <a:fillRef idx="0"/>
          <a:effectRef idx="0"/>
          <a:fontRef idx="minor"/>
        </p:style>
      </p:sp>
      <p:sp>
        <p:nvSpPr>
          <p:cNvPr id="464" name=""/>
          <p:cNvSpPr/>
          <p:nvPr/>
        </p:nvSpPr>
        <p:spPr>
          <a:xfrm rot="18964800">
            <a:off x="994320" y="5915880"/>
            <a:ext cx="2588760" cy="731520"/>
          </a:xfrm>
          <a:prstGeom prst="rect">
            <a:avLst/>
          </a:prstGeom>
          <a:solidFill>
            <a:srgbClr val="8d99ae">
              <a:alpha val="10000"/>
            </a:srgbClr>
          </a:solidFill>
          <a:ln w="0">
            <a:noFill/>
          </a:ln>
        </p:spPr>
        <p:style>
          <a:lnRef idx="0"/>
          <a:fillRef idx="0"/>
          <a:effectRef idx="0"/>
          <a:fontRef idx="minor"/>
        </p:style>
      </p:sp>
      <p:sp>
        <p:nvSpPr>
          <p:cNvPr id="465" name=""/>
          <p:cNvSpPr/>
          <p:nvPr/>
        </p:nvSpPr>
        <p:spPr>
          <a:xfrm rot="18964800">
            <a:off x="-1296720" y="5513760"/>
            <a:ext cx="2588760" cy="731520"/>
          </a:xfrm>
          <a:prstGeom prst="rect">
            <a:avLst/>
          </a:prstGeom>
          <a:solidFill>
            <a:srgbClr val="8d99ae">
              <a:alpha val="10000"/>
            </a:srgbClr>
          </a:solidFill>
          <a:ln w="0">
            <a:noFill/>
          </a:ln>
        </p:spPr>
        <p:style>
          <a:lnRef idx="0"/>
          <a:fillRef idx="0"/>
          <a:effectRef idx="0"/>
          <a:fontRef idx="minor"/>
        </p:style>
      </p:sp>
      <p:sp>
        <p:nvSpPr>
          <p:cNvPr id="466" name=""/>
          <p:cNvSpPr/>
          <p:nvPr/>
        </p:nvSpPr>
        <p:spPr>
          <a:xfrm rot="18964800">
            <a:off x="3682080" y="339480"/>
            <a:ext cx="3457800" cy="922320"/>
          </a:xfrm>
          <a:prstGeom prst="rect">
            <a:avLst/>
          </a:prstGeom>
          <a:solidFill>
            <a:srgbClr val="8d99ae">
              <a:alpha val="10000"/>
            </a:srgbClr>
          </a:solidFill>
          <a:ln w="0">
            <a:noFill/>
          </a:ln>
        </p:spPr>
        <p:style>
          <a:lnRef idx="0"/>
          <a:fillRef idx="0"/>
          <a:effectRef idx="0"/>
          <a:fontRef idx="minor"/>
        </p:style>
      </p:sp>
      <p:sp>
        <p:nvSpPr>
          <p:cNvPr id="467" name=""/>
          <p:cNvSpPr/>
          <p:nvPr/>
        </p:nvSpPr>
        <p:spPr>
          <a:xfrm rot="18964800">
            <a:off x="1446120" y="-758520"/>
            <a:ext cx="2588760" cy="731520"/>
          </a:xfrm>
          <a:prstGeom prst="rect">
            <a:avLst/>
          </a:prstGeom>
          <a:solidFill>
            <a:srgbClr val="8d99ae">
              <a:alpha val="10000"/>
            </a:srgbClr>
          </a:solidFill>
          <a:ln w="0">
            <a:noFill/>
          </a:ln>
        </p:spPr>
        <p:style>
          <a:lnRef idx="0"/>
          <a:fillRef idx="0"/>
          <a:effectRef idx="0"/>
          <a:fontRef idx="minor"/>
        </p:style>
      </p:sp>
      <p:sp>
        <p:nvSpPr>
          <p:cNvPr id="468" name=""/>
          <p:cNvSpPr/>
          <p:nvPr/>
        </p:nvSpPr>
        <p:spPr>
          <a:xfrm rot="18964800">
            <a:off x="-727200" y="3295080"/>
            <a:ext cx="2588760" cy="513000"/>
          </a:xfrm>
          <a:prstGeom prst="rect">
            <a:avLst/>
          </a:prstGeom>
          <a:solidFill>
            <a:srgbClr val="8d99ae">
              <a:alpha val="10000"/>
            </a:srgbClr>
          </a:solidFill>
          <a:ln w="0">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5.xml"/>
</Relationships>
</file>

<file path=ppt/slides/_rels/slide3.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49.xml"/>
</Relationships>
</file>

<file path=ppt/slides/_rels/slide4.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61.xml"/>
</Relationships>
</file>

<file path=ppt/slides/_rels/slide6.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73.xml"/>
</Relationships>
</file>

<file path=ppt/slides/_rels/slide7.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slideLayout" Target="../slideLayouts/slideLayout85.xml"/>
</Relationships>
</file>

<file path=ppt/slides/_rels/slide8.xml.rels><?xml version="1.0" encoding="UTF-8"?>
<Relationships xmlns="http://schemas.openxmlformats.org/package/2006/relationships"><Relationship Id="rId1" Type="http://schemas.openxmlformats.org/officeDocument/2006/relationships/hyperlink" Target="https://unsplash.com/@johnwestrock?utm_source=unsplash&amp;utm_medium=referral&amp;utm_content=creditCopyText" TargetMode="External"/><Relationship Id="rId2" Type="http://schemas.openxmlformats.org/officeDocument/2006/relationships/hyperlink" Target="https://unsplash.com/s/photos/landscape?utm_source=unsplash&amp;utm_medium=referral&amp;utm_content=creditCopyText" TargetMode="External"/><Relationship Id="rId3" Type="http://schemas.openxmlformats.org/officeDocument/2006/relationships/image" Target="../media/image63.jpeg"/><Relationship Id="rId4" Type="http://schemas.openxmlformats.org/officeDocument/2006/relationships/image" Target="../media/image64.png"/><Relationship Id="rId5" Type="http://schemas.openxmlformats.org/officeDocument/2006/relationships/slideLayout" Target="../slideLayouts/slideLayout97.xml"/>
</Relationships>
</file>

<file path=ppt/slides/_rels/slide9.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7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
          <p:cNvSpPr txBox="1"/>
          <p:nvPr/>
        </p:nvSpPr>
        <p:spPr>
          <a:xfrm>
            <a:off x="2632320" y="4458240"/>
            <a:ext cx="4500000" cy="1211760"/>
          </a:xfrm>
          <a:prstGeom prst="rect">
            <a:avLst/>
          </a:prstGeom>
          <a:noFill/>
          <a:ln w="0">
            <a:noFill/>
          </a:ln>
        </p:spPr>
        <p:txBody>
          <a:bodyPr lIns="90000" rIns="90000" tIns="45000" bIns="45000" anchor="t">
            <a:noAutofit/>
          </a:bodyPr>
          <a:p>
            <a:pPr algn="r">
              <a:buNone/>
            </a:pPr>
            <a:r>
              <a:rPr b="1" lang="en-IN" sz="2800" spc="-1" strike="noStrike">
                <a:latin typeface="Noto Sans"/>
              </a:rPr>
              <a:t>Braess’s Paradox</a:t>
            </a:r>
            <a:endParaRPr b="0" lang="en-IN" sz="2800" spc="-1" strike="noStrike">
              <a:latin typeface="Arial"/>
            </a:endParaRPr>
          </a:p>
          <a:p>
            <a:pPr algn="r">
              <a:buNone/>
            </a:pPr>
            <a:r>
              <a:rPr b="0" lang="en-IN" sz="2000" spc="-1" strike="noStrike">
                <a:latin typeface="Noto Sans"/>
              </a:rPr>
              <a:t>Game Theory</a:t>
            </a:r>
            <a:endParaRPr b="0" lang="en-IN" sz="2000" spc="-1" strike="noStrike">
              <a:latin typeface="Arial"/>
            </a:endParaRPr>
          </a:p>
        </p:txBody>
      </p:sp>
      <p:sp>
        <p:nvSpPr>
          <p:cNvPr id="506" name=""/>
          <p:cNvSpPr txBox="1"/>
          <p:nvPr/>
        </p:nvSpPr>
        <p:spPr>
          <a:xfrm>
            <a:off x="7315200" y="4629240"/>
            <a:ext cx="2377440" cy="494280"/>
          </a:xfrm>
          <a:prstGeom prst="rect">
            <a:avLst/>
          </a:prstGeom>
          <a:noFill/>
          <a:ln w="0">
            <a:noFill/>
          </a:ln>
        </p:spPr>
        <p:txBody>
          <a:bodyPr lIns="90000" rIns="90000" tIns="45000" bIns="45000" anchor="t">
            <a:noAutofit/>
          </a:bodyPr>
          <a:p>
            <a:r>
              <a:rPr b="0" lang="en-IN" sz="1300" spc="-1" strike="noStrike">
                <a:latin typeface="Noto Sans"/>
              </a:rPr>
              <a:t>Siddharth Reddy</a:t>
            </a:r>
            <a:r>
              <a:rPr b="0" lang="en-IN" sz="1300" spc="-1" strike="noStrike">
                <a:latin typeface="Noto Sans"/>
              </a:rPr>
              <a:t>	</a:t>
            </a:r>
            <a:endParaRPr b="0" lang="en-IN" sz="1300" spc="-1" strike="noStrike">
              <a:latin typeface="Arial"/>
            </a:endParaRPr>
          </a:p>
          <a:p>
            <a:r>
              <a:rPr b="0" lang="en-IN" sz="1300" spc="-1" strike="noStrike">
                <a:latin typeface="Noto Sans"/>
              </a:rPr>
              <a:t>~ Summer of ‘24</a:t>
            </a:r>
            <a:endParaRPr b="0" lang="en-IN" sz="1300" spc="-1" strike="noStrike">
              <a:latin typeface="Arial"/>
            </a:endParaRPr>
          </a:p>
        </p:txBody>
      </p:sp>
      <p:sp>
        <p:nvSpPr>
          <p:cNvPr id="507" name=""/>
          <p:cNvSpPr/>
          <p:nvPr/>
        </p:nvSpPr>
        <p:spPr>
          <a:xfrm>
            <a:off x="7132320" y="4375440"/>
            <a:ext cx="0" cy="1005840"/>
          </a:xfrm>
          <a:prstGeom prst="line">
            <a:avLst/>
          </a:prstGeom>
          <a:ln w="54720">
            <a:solidFill>
              <a:srgbClr val="999999"/>
            </a:solidFill>
            <a:round/>
          </a:ln>
        </p:spPr>
        <p:style>
          <a:lnRef idx="0"/>
          <a:fillRef idx="0"/>
          <a:effectRef idx="0"/>
          <a:fontRef idx="minor"/>
        </p:style>
      </p:sp>
      <p:pic>
        <p:nvPicPr>
          <p:cNvPr id="508" name="" descr=""/>
          <p:cNvPicPr/>
          <p:nvPr/>
        </p:nvPicPr>
        <p:blipFill>
          <a:blip r:embed="rId1"/>
          <a:stretch/>
        </p:blipFill>
        <p:spPr>
          <a:xfrm>
            <a:off x="-45000" y="0"/>
            <a:ext cx="10125000" cy="5670000"/>
          </a:xfrm>
          <a:prstGeom prst="rect">
            <a:avLst/>
          </a:prstGeom>
          <a:ln w="0">
            <a:noFill/>
          </a:ln>
        </p:spPr>
      </p:pic>
    </p:spTree>
  </p:cSld>
  <mc:AlternateContent>
    <mc:Choice Requires="p14">
      <p:transition spd="slow" p14:dur="2000">
        <p:randomBar dir="vert"/>
      </p:transition>
    </mc:Choice>
    <mc:Fallback>
      <p:transition spd="slow">
        <p:randomBar dir="vert"/>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
          <p:cNvSpPr txBox="1"/>
          <p:nvPr/>
        </p:nvSpPr>
        <p:spPr>
          <a:xfrm>
            <a:off x="731520" y="1505520"/>
            <a:ext cx="3749040" cy="782280"/>
          </a:xfrm>
          <a:prstGeom prst="rect">
            <a:avLst/>
          </a:prstGeom>
          <a:noFill/>
          <a:ln w="0">
            <a:noFill/>
          </a:ln>
        </p:spPr>
        <p:txBody>
          <a:bodyPr lIns="90000" rIns="90000" tIns="45000" bIns="45000" anchor="t">
            <a:noAutofit/>
          </a:bodyPr>
          <a:p>
            <a:r>
              <a:rPr b="1" lang="en-IN" sz="4000" spc="-1" strike="noStrike" u="wavyHeavy">
                <a:uFillTx/>
                <a:latin typeface="Noto Sans"/>
              </a:rPr>
              <a:t>Lor</a:t>
            </a:r>
            <a:r>
              <a:rPr b="1" lang="en-IN" sz="4000" spc="-1" strike="noStrike" u="wavyHeavy">
                <a:uFillTx/>
                <a:latin typeface="Noto Sans"/>
              </a:rPr>
              <a:t>em</a:t>
            </a:r>
            <a:endParaRPr b="0" lang="en-IN" sz="4000" spc="-1" strike="noStrike">
              <a:latin typeface="Arial"/>
            </a:endParaRPr>
          </a:p>
        </p:txBody>
      </p:sp>
      <p:sp>
        <p:nvSpPr>
          <p:cNvPr id="510" name=""/>
          <p:cNvSpPr txBox="1"/>
          <p:nvPr/>
        </p:nvSpPr>
        <p:spPr>
          <a:xfrm>
            <a:off x="822960" y="2273400"/>
            <a:ext cx="1828800" cy="401400"/>
          </a:xfrm>
          <a:prstGeom prst="rect">
            <a:avLst/>
          </a:prstGeom>
          <a:noFill/>
          <a:ln w="0">
            <a:noFill/>
          </a:ln>
        </p:spPr>
        <p:txBody>
          <a:bodyPr lIns="90000" rIns="90000" tIns="45000" bIns="45000" anchor="t">
            <a:noAutofit/>
          </a:bodyPr>
          <a:p>
            <a:r>
              <a:rPr b="1" lang="en-IN" sz="1800" spc="-1" strike="noStrike">
                <a:latin typeface="Noto Sans"/>
              </a:rPr>
              <a:t>Ipsum </a:t>
            </a:r>
            <a:r>
              <a:rPr b="1" lang="en-IN" sz="1800" spc="-1" strike="noStrike">
                <a:latin typeface="Noto Sans"/>
              </a:rPr>
              <a:t>Dolor</a:t>
            </a:r>
            <a:endParaRPr b="0" lang="en-IN" sz="1800" spc="-1" strike="noStrike">
              <a:latin typeface="Arial"/>
            </a:endParaRPr>
          </a:p>
        </p:txBody>
      </p:sp>
      <p:sp>
        <p:nvSpPr>
          <p:cNvPr id="511" name=""/>
          <p:cNvSpPr txBox="1"/>
          <p:nvPr/>
        </p:nvSpPr>
        <p:spPr>
          <a:xfrm>
            <a:off x="1097280" y="2885400"/>
            <a:ext cx="5852160" cy="1532160"/>
          </a:xfrm>
          <a:prstGeom prst="rect">
            <a:avLst/>
          </a:prstGeom>
          <a:noFill/>
          <a:ln w="0">
            <a:noFill/>
          </a:ln>
        </p:spPr>
        <p:txBody>
          <a:bodyPr lIns="90000" rIns="90000" tIns="45000" bIns="45000" anchor="t">
            <a:noAutofit/>
          </a:bodyPr>
          <a:p>
            <a:pPr>
              <a:lnSpc>
                <a:spcPct val="100000"/>
              </a:lnSpc>
              <a:buNone/>
            </a:pPr>
            <a:r>
              <a:rPr b="0" lang="en-IN" sz="1600" spc="-1" strike="noStrike">
                <a:solidFill>
                  <a:srgbClr val="999999"/>
                </a:solidFill>
                <a:latin typeface="Noto Sans"/>
              </a:rPr>
              <a:t>Id </a:t>
            </a:r>
            <a:r>
              <a:rPr b="0" lang="en-IN" sz="1600" spc="-1" strike="noStrike">
                <a:solidFill>
                  <a:srgbClr val="999999"/>
                </a:solidFill>
                <a:latin typeface="Noto Sans"/>
              </a:rPr>
              <a:t>volutpat </a:t>
            </a:r>
            <a:r>
              <a:rPr b="0" lang="en-IN" sz="1600" spc="-1" strike="noStrike">
                <a:solidFill>
                  <a:srgbClr val="999999"/>
                </a:solidFill>
                <a:latin typeface="Noto Sans"/>
              </a:rPr>
              <a:t>lacus </a:t>
            </a:r>
            <a:r>
              <a:rPr b="0" lang="en-IN" sz="1600" spc="-1" strike="noStrike">
                <a:solidFill>
                  <a:srgbClr val="999999"/>
                </a:solidFill>
                <a:latin typeface="Noto Sans"/>
              </a:rPr>
              <a:t>laoreet </a:t>
            </a:r>
            <a:r>
              <a:rPr b="0" lang="en-IN" sz="1600" spc="-1" strike="noStrike">
                <a:solidFill>
                  <a:srgbClr val="999999"/>
                </a:solidFill>
                <a:latin typeface="Noto Sans"/>
              </a:rPr>
              <a:t>non </a:t>
            </a:r>
            <a:r>
              <a:rPr b="0" lang="en-IN" sz="1600" spc="-1" strike="noStrike">
                <a:solidFill>
                  <a:srgbClr val="999999"/>
                </a:solidFill>
                <a:latin typeface="Noto Sans"/>
              </a:rPr>
              <a:t>curabitur </a:t>
            </a:r>
            <a:r>
              <a:rPr b="0" lang="en-IN" sz="1600" spc="-1" strike="noStrike">
                <a:solidFill>
                  <a:srgbClr val="999999"/>
                </a:solidFill>
                <a:latin typeface="Noto Sans"/>
              </a:rPr>
              <a:t>gravida </a:t>
            </a:r>
            <a:r>
              <a:rPr b="0" lang="en-IN" sz="1600" spc="-1" strike="noStrike">
                <a:solidFill>
                  <a:srgbClr val="999999"/>
                </a:solidFill>
                <a:latin typeface="Noto Sans"/>
              </a:rPr>
              <a:t>arcu. Felis </a:t>
            </a:r>
            <a:r>
              <a:rPr b="0" lang="en-IN" sz="1600" spc="-1" strike="noStrike">
                <a:solidFill>
                  <a:srgbClr val="999999"/>
                </a:solidFill>
                <a:latin typeface="Noto Sans"/>
              </a:rPr>
              <a:t>bibendum </a:t>
            </a:r>
            <a:r>
              <a:rPr b="0" lang="en-IN" sz="1600" spc="-1" strike="noStrike">
                <a:solidFill>
                  <a:srgbClr val="999999"/>
                </a:solidFill>
                <a:latin typeface="Noto Sans"/>
              </a:rPr>
              <a:t>ut </a:t>
            </a:r>
            <a:r>
              <a:rPr b="0" lang="en-IN" sz="1600" spc="-1" strike="noStrike">
                <a:solidFill>
                  <a:srgbClr val="999999"/>
                </a:solidFill>
                <a:latin typeface="Noto Sans"/>
              </a:rPr>
              <a:t>tristique </a:t>
            </a:r>
            <a:r>
              <a:rPr b="0" lang="en-IN" sz="1600" spc="-1" strike="noStrike">
                <a:solidFill>
                  <a:srgbClr val="999999"/>
                </a:solidFill>
                <a:latin typeface="Noto Sans"/>
              </a:rPr>
              <a:t>et egestas </a:t>
            </a:r>
            <a:r>
              <a:rPr b="0" lang="en-IN" sz="1600" spc="-1" strike="noStrike">
                <a:solidFill>
                  <a:srgbClr val="999999"/>
                </a:solidFill>
                <a:latin typeface="Noto Sans"/>
              </a:rPr>
              <a:t>quis </a:t>
            </a:r>
            <a:r>
              <a:rPr b="0" lang="en-IN" sz="1600" spc="-1" strike="noStrike">
                <a:solidFill>
                  <a:srgbClr val="999999"/>
                </a:solidFill>
                <a:latin typeface="Noto Sans"/>
              </a:rPr>
              <a:t>ipsum </a:t>
            </a:r>
            <a:r>
              <a:rPr b="0" lang="en-IN" sz="1600" spc="-1" strike="noStrike">
                <a:solidFill>
                  <a:srgbClr val="999999"/>
                </a:solidFill>
                <a:latin typeface="Noto Sans"/>
              </a:rPr>
              <a:t>suspendis</a:t>
            </a:r>
            <a:r>
              <a:rPr b="0" lang="en-IN" sz="1600" spc="-1" strike="noStrike">
                <a:solidFill>
                  <a:srgbClr val="999999"/>
                </a:solidFill>
                <a:latin typeface="Noto Sans"/>
              </a:rPr>
              <a:t>se. Quam </a:t>
            </a:r>
            <a:r>
              <a:rPr b="0" lang="en-IN" sz="1600" spc="-1" strike="noStrike">
                <a:solidFill>
                  <a:srgbClr val="999999"/>
                </a:solidFill>
                <a:latin typeface="Noto Sans"/>
              </a:rPr>
              <a:t>viverra </a:t>
            </a:r>
            <a:r>
              <a:rPr b="0" lang="en-IN" sz="1600" spc="-1" strike="noStrike">
                <a:solidFill>
                  <a:srgbClr val="999999"/>
                </a:solidFill>
                <a:latin typeface="Noto Sans"/>
              </a:rPr>
              <a:t>orci </a:t>
            </a:r>
            <a:r>
              <a:rPr b="0" lang="en-IN" sz="1600" spc="-1" strike="noStrike">
                <a:solidFill>
                  <a:srgbClr val="999999"/>
                </a:solidFill>
                <a:latin typeface="Noto Sans"/>
              </a:rPr>
              <a:t>sagittis </a:t>
            </a:r>
            <a:r>
              <a:rPr b="0" lang="en-IN" sz="1600" spc="-1" strike="noStrike">
                <a:solidFill>
                  <a:srgbClr val="999999"/>
                </a:solidFill>
                <a:latin typeface="Noto Sans"/>
              </a:rPr>
              <a:t>eu. Risus </a:t>
            </a:r>
            <a:r>
              <a:rPr b="0" lang="en-IN" sz="1600" spc="-1" strike="noStrike">
                <a:solidFill>
                  <a:srgbClr val="999999"/>
                </a:solidFill>
                <a:latin typeface="Noto Sans"/>
              </a:rPr>
              <a:t>commodo </a:t>
            </a:r>
            <a:r>
              <a:rPr b="0" lang="en-IN" sz="1600" spc="-1" strike="noStrike">
                <a:solidFill>
                  <a:srgbClr val="999999"/>
                </a:solidFill>
                <a:latin typeface="Noto Sans"/>
              </a:rPr>
              <a:t>viverra </a:t>
            </a:r>
            <a:r>
              <a:rPr b="0" lang="en-IN" sz="1600" spc="-1" strike="noStrike">
                <a:solidFill>
                  <a:srgbClr val="999999"/>
                </a:solidFill>
                <a:latin typeface="Noto Sans"/>
              </a:rPr>
              <a:t>maecenas </a:t>
            </a:r>
            <a:r>
              <a:rPr b="0" lang="en-IN" sz="1600" spc="-1" strike="noStrike">
                <a:solidFill>
                  <a:srgbClr val="999999"/>
                </a:solidFill>
                <a:latin typeface="Noto Sans"/>
              </a:rPr>
              <a:t>accumsan </a:t>
            </a:r>
            <a:r>
              <a:rPr b="0" lang="en-IN" sz="1600" spc="-1" strike="noStrike">
                <a:solidFill>
                  <a:srgbClr val="999999"/>
                </a:solidFill>
                <a:latin typeface="Noto Sans"/>
              </a:rPr>
              <a:t>lacus. Sit </a:t>
            </a:r>
            <a:r>
              <a:rPr b="0" lang="en-IN" sz="1600" spc="-1" strike="noStrike">
                <a:solidFill>
                  <a:srgbClr val="999999"/>
                </a:solidFill>
                <a:latin typeface="Noto Sans"/>
              </a:rPr>
              <a:t>amet est </a:t>
            </a:r>
            <a:r>
              <a:rPr b="0" lang="en-IN" sz="1600" spc="-1" strike="noStrike">
                <a:solidFill>
                  <a:srgbClr val="999999"/>
                </a:solidFill>
                <a:latin typeface="Noto Sans"/>
              </a:rPr>
              <a:t>placerat </a:t>
            </a:r>
            <a:r>
              <a:rPr b="0" lang="en-IN" sz="1600" spc="-1" strike="noStrike">
                <a:solidFill>
                  <a:srgbClr val="999999"/>
                </a:solidFill>
                <a:latin typeface="Noto Sans"/>
              </a:rPr>
              <a:t>in </a:t>
            </a:r>
            <a:r>
              <a:rPr b="0" lang="en-IN" sz="1600" spc="-1" strike="noStrike">
                <a:solidFill>
                  <a:srgbClr val="999999"/>
                </a:solidFill>
                <a:latin typeface="Noto Sans"/>
              </a:rPr>
              <a:t>egestas. </a:t>
            </a:r>
            <a:r>
              <a:rPr b="0" lang="en-IN" sz="1600" spc="-1" strike="noStrike">
                <a:solidFill>
                  <a:srgbClr val="999999"/>
                </a:solidFill>
                <a:latin typeface="Noto Sans"/>
              </a:rPr>
              <a:t>Semper </a:t>
            </a:r>
            <a:r>
              <a:rPr b="0" lang="en-IN" sz="1600" spc="-1" strike="noStrike">
                <a:solidFill>
                  <a:srgbClr val="999999"/>
                </a:solidFill>
                <a:latin typeface="Noto Sans"/>
              </a:rPr>
              <a:t>auctor </a:t>
            </a:r>
            <a:r>
              <a:rPr b="0" lang="en-IN" sz="1600" spc="-1" strike="noStrike">
                <a:solidFill>
                  <a:srgbClr val="999999"/>
                </a:solidFill>
                <a:latin typeface="Noto Sans"/>
              </a:rPr>
              <a:t>neque </a:t>
            </a:r>
            <a:r>
              <a:rPr b="0" lang="en-IN" sz="1600" spc="-1" strike="noStrike">
                <a:solidFill>
                  <a:srgbClr val="999999"/>
                </a:solidFill>
                <a:latin typeface="Noto Sans"/>
              </a:rPr>
              <a:t>vitae </a:t>
            </a:r>
            <a:r>
              <a:rPr b="0" lang="en-IN" sz="1600" spc="-1" strike="noStrike">
                <a:solidFill>
                  <a:srgbClr val="999999"/>
                </a:solidFill>
                <a:latin typeface="Noto Sans"/>
              </a:rPr>
              <a:t>tempus </a:t>
            </a:r>
            <a:r>
              <a:rPr b="0" lang="en-IN" sz="1600" spc="-1" strike="noStrike">
                <a:solidFill>
                  <a:srgbClr val="999999"/>
                </a:solidFill>
                <a:latin typeface="Noto Sans"/>
              </a:rPr>
              <a:t>quam </a:t>
            </a:r>
            <a:r>
              <a:rPr b="0" lang="en-IN" sz="1600" spc="-1" strike="noStrike">
                <a:solidFill>
                  <a:srgbClr val="999999"/>
                </a:solidFill>
                <a:latin typeface="Noto Sans"/>
              </a:rPr>
              <a:t>pellentesq</a:t>
            </a:r>
            <a:r>
              <a:rPr b="0" lang="en-IN" sz="1600" spc="-1" strike="noStrike">
                <a:solidFill>
                  <a:srgbClr val="999999"/>
                </a:solidFill>
                <a:latin typeface="Noto Sans"/>
              </a:rPr>
              <a:t>ue</a:t>
            </a:r>
            <a:endParaRPr b="0" lang="en-IN" sz="1600" spc="-1" strike="noStrike">
              <a:latin typeface="Arial"/>
            </a:endParaRPr>
          </a:p>
        </p:txBody>
      </p:sp>
      <p:sp>
        <p:nvSpPr>
          <p:cNvPr id="512" name=""/>
          <p:cNvSpPr/>
          <p:nvPr/>
        </p:nvSpPr>
        <p:spPr>
          <a:xfrm>
            <a:off x="914400" y="2835000"/>
            <a:ext cx="91440" cy="1645920"/>
          </a:xfrm>
          <a:prstGeom prst="rect">
            <a:avLst/>
          </a:prstGeom>
          <a:solidFill>
            <a:srgbClr val="ced4da">
              <a:alpha val="50000"/>
            </a:srgbClr>
          </a:solidFill>
          <a:ln w="0">
            <a:noFill/>
          </a:ln>
        </p:spPr>
        <p:style>
          <a:lnRef idx="0"/>
          <a:fillRef idx="0"/>
          <a:effectRef idx="0"/>
          <a:fontRef idx="minor"/>
        </p:style>
      </p:sp>
      <p:pic>
        <p:nvPicPr>
          <p:cNvPr id="513" name="" descr=""/>
          <p:cNvPicPr/>
          <p:nvPr/>
        </p:nvPicPr>
        <p:blipFill>
          <a:blip r:embed="rId1"/>
          <a:stretch/>
        </p:blipFill>
        <p:spPr>
          <a:xfrm>
            <a:off x="-68040" y="-95400"/>
            <a:ext cx="10285200" cy="5855400"/>
          </a:xfrm>
          <a:prstGeom prst="rect">
            <a:avLst/>
          </a:prstGeom>
          <a:ln w="0">
            <a:noFill/>
          </a:ln>
        </p:spPr>
      </p:pic>
    </p:spTree>
  </p:cSld>
  <mc:AlternateContent>
    <mc:Choice Requires="p14">
      <p:transition spd="slow" p14:dur="2000">
        <p:checker dir="vert"/>
      </p:transition>
    </mc:Choice>
    <mc:Fallback>
      <p:transition spd="slow">
        <p:checker dir="vert"/>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
          <p:cNvSpPr txBox="1"/>
          <p:nvPr/>
        </p:nvSpPr>
        <p:spPr>
          <a:xfrm>
            <a:off x="91440" y="1158840"/>
            <a:ext cx="3383280" cy="804600"/>
          </a:xfrm>
          <a:prstGeom prst="rect">
            <a:avLst/>
          </a:prstGeom>
          <a:noFill/>
          <a:ln w="0">
            <a:noFill/>
          </a:ln>
        </p:spPr>
        <p:txBody>
          <a:bodyPr lIns="90000" rIns="90000" tIns="45000" bIns="45000" anchor="t">
            <a:noAutofit/>
          </a:bodyPr>
          <a:p>
            <a:pPr algn="r">
              <a:lnSpc>
                <a:spcPct val="100000"/>
              </a:lnSpc>
              <a:spcBef>
                <a:spcPts val="1191"/>
              </a:spcBef>
              <a:spcAft>
                <a:spcPts val="992"/>
              </a:spcAft>
              <a:buNone/>
            </a:pPr>
            <a:r>
              <a:rPr b="0" lang="en-IN" sz="1200" spc="-1" strike="noStrike">
                <a:solidFill>
                  <a:srgbClr val="666666"/>
                </a:solidFill>
                <a:latin typeface="Noto Sans"/>
              </a:rPr>
              <a:t>Lorem </a:t>
            </a:r>
            <a:r>
              <a:rPr b="0" lang="en-IN" sz="1200" spc="-1" strike="noStrike">
                <a:solidFill>
                  <a:srgbClr val="666666"/>
                </a:solidFill>
                <a:latin typeface="Noto Sans"/>
              </a:rPr>
              <a:t>ipsum dolor </a:t>
            </a:r>
            <a:r>
              <a:rPr b="0" lang="en-IN" sz="1200" spc="-1" strike="noStrike">
                <a:solidFill>
                  <a:srgbClr val="666666"/>
                </a:solidFill>
                <a:latin typeface="Noto Sans"/>
              </a:rPr>
              <a:t>sit amet, </a:t>
            </a:r>
            <a:r>
              <a:rPr b="0" lang="en-IN" sz="1200" spc="-1" strike="noStrike">
                <a:solidFill>
                  <a:srgbClr val="666666"/>
                </a:solidFill>
                <a:latin typeface="Noto Sans"/>
              </a:rPr>
              <a:t>consectetur </a:t>
            </a:r>
            <a:r>
              <a:rPr b="0" lang="en-IN" sz="1200" spc="-1" strike="noStrike">
                <a:solidFill>
                  <a:srgbClr val="666666"/>
                </a:solidFill>
                <a:latin typeface="Noto Sans"/>
              </a:rPr>
              <a:t>adipiscing </a:t>
            </a:r>
            <a:r>
              <a:rPr b="0" lang="en-IN" sz="1200" spc="-1" strike="noStrike">
                <a:solidFill>
                  <a:srgbClr val="666666"/>
                </a:solidFill>
                <a:latin typeface="Noto Sans"/>
              </a:rPr>
              <a:t>elit, sed do </a:t>
            </a:r>
            <a:r>
              <a:rPr b="0" lang="en-IN" sz="1200" spc="-1" strike="noStrike">
                <a:solidFill>
                  <a:srgbClr val="666666"/>
                </a:solidFill>
                <a:latin typeface="Noto Sans"/>
              </a:rPr>
              <a:t>eiusmod </a:t>
            </a:r>
            <a:r>
              <a:rPr b="0" lang="en-IN" sz="1200" spc="-1" strike="noStrike">
                <a:solidFill>
                  <a:srgbClr val="666666"/>
                </a:solidFill>
                <a:latin typeface="Noto Sans"/>
              </a:rPr>
              <a:t>tempor </a:t>
            </a:r>
            <a:r>
              <a:rPr b="0" lang="en-IN" sz="1200" spc="-1" strike="noStrike">
                <a:solidFill>
                  <a:srgbClr val="666666"/>
                </a:solidFill>
                <a:latin typeface="Noto Sans"/>
              </a:rPr>
              <a:t>incididunt </a:t>
            </a:r>
            <a:r>
              <a:rPr b="0" lang="en-IN" sz="1200" spc="-1" strike="noStrike">
                <a:solidFill>
                  <a:srgbClr val="666666"/>
                </a:solidFill>
                <a:latin typeface="Noto Sans"/>
              </a:rPr>
              <a:t>ut labore et </a:t>
            </a:r>
            <a:r>
              <a:rPr b="0" lang="en-IN" sz="1200" spc="-1" strike="noStrike">
                <a:solidFill>
                  <a:srgbClr val="666666"/>
                </a:solidFill>
                <a:latin typeface="Noto Sans"/>
              </a:rPr>
              <a:t>dolore </a:t>
            </a:r>
            <a:r>
              <a:rPr b="0" lang="en-IN" sz="1200" spc="-1" strike="noStrike">
                <a:solidFill>
                  <a:srgbClr val="666666"/>
                </a:solidFill>
                <a:latin typeface="Noto Sans"/>
              </a:rPr>
              <a:t>magna </a:t>
            </a:r>
            <a:r>
              <a:rPr b="0" lang="en-IN" sz="1200" spc="-1" strike="noStrike">
                <a:solidFill>
                  <a:srgbClr val="666666"/>
                </a:solidFill>
                <a:latin typeface="Noto Sans"/>
              </a:rPr>
              <a:t>aliqua. </a:t>
            </a:r>
            <a:endParaRPr b="0" lang="en-IN" sz="1200" spc="-1" strike="noStrike">
              <a:latin typeface="Arial"/>
            </a:endParaRPr>
          </a:p>
        </p:txBody>
      </p:sp>
      <p:sp>
        <p:nvSpPr>
          <p:cNvPr id="515" name=""/>
          <p:cNvSpPr txBox="1"/>
          <p:nvPr/>
        </p:nvSpPr>
        <p:spPr>
          <a:xfrm>
            <a:off x="1463040" y="731520"/>
            <a:ext cx="2011680" cy="401400"/>
          </a:xfrm>
          <a:prstGeom prst="rect">
            <a:avLst/>
          </a:prstGeom>
          <a:noFill/>
          <a:ln w="0">
            <a:noFill/>
          </a:ln>
        </p:spPr>
        <p:txBody>
          <a:bodyPr lIns="90000" rIns="90000" tIns="45000" bIns="45000" anchor="t">
            <a:noAutofit/>
          </a:bodyPr>
          <a:p>
            <a:pPr algn="r">
              <a:buNone/>
            </a:pPr>
            <a:r>
              <a:rPr b="1" lang="en-IN" sz="1800" spc="-1" strike="noStrike">
                <a:latin typeface="Noto Sans"/>
              </a:rPr>
              <a:t>Lorem</a:t>
            </a:r>
            <a:endParaRPr b="0" lang="en-IN" sz="1800" spc="-1" strike="noStrike">
              <a:latin typeface="Arial"/>
            </a:endParaRPr>
          </a:p>
        </p:txBody>
      </p:sp>
      <p:sp>
        <p:nvSpPr>
          <p:cNvPr id="516" name=""/>
          <p:cNvSpPr txBox="1"/>
          <p:nvPr/>
        </p:nvSpPr>
        <p:spPr>
          <a:xfrm>
            <a:off x="109800" y="2639520"/>
            <a:ext cx="3383280" cy="1060920"/>
          </a:xfrm>
          <a:prstGeom prst="rect">
            <a:avLst/>
          </a:prstGeom>
          <a:noFill/>
          <a:ln w="0">
            <a:noFill/>
          </a:ln>
        </p:spPr>
        <p:txBody>
          <a:bodyPr lIns="90000" rIns="90000" tIns="45000" bIns="45000" anchor="t">
            <a:noAutofit/>
          </a:bodyPr>
          <a:p>
            <a:pPr algn="r">
              <a:lnSpc>
                <a:spcPct val="100000"/>
              </a:lnSpc>
              <a:spcBef>
                <a:spcPts val="1191"/>
              </a:spcBef>
              <a:spcAft>
                <a:spcPts val="992"/>
              </a:spcAft>
              <a:buNone/>
            </a:pPr>
            <a:r>
              <a:rPr b="0" lang="en-IN" sz="1200" spc="-1" strike="noStrike">
                <a:solidFill>
                  <a:srgbClr val="666666"/>
                </a:solidFill>
                <a:latin typeface="Noto Sans"/>
              </a:rPr>
              <a:t>Lorem ipsum </a:t>
            </a:r>
            <a:r>
              <a:rPr b="0" lang="en-IN" sz="1200" spc="-1" strike="noStrike">
                <a:solidFill>
                  <a:srgbClr val="666666"/>
                </a:solidFill>
                <a:latin typeface="Noto Sans"/>
              </a:rPr>
              <a:t>dolor sit amet, </a:t>
            </a:r>
            <a:r>
              <a:rPr b="0" lang="en-IN" sz="1200" spc="-1" strike="noStrike">
                <a:solidFill>
                  <a:srgbClr val="666666"/>
                </a:solidFill>
                <a:latin typeface="Noto Sans"/>
              </a:rPr>
              <a:t>consectetur </a:t>
            </a:r>
            <a:r>
              <a:rPr b="0" lang="en-IN" sz="1200" spc="-1" strike="noStrike">
                <a:solidFill>
                  <a:srgbClr val="666666"/>
                </a:solidFill>
                <a:latin typeface="Noto Sans"/>
              </a:rPr>
              <a:t>adipiscing elit, </a:t>
            </a:r>
            <a:r>
              <a:rPr b="0" lang="en-IN" sz="1200" spc="-1" strike="noStrike">
                <a:solidFill>
                  <a:srgbClr val="666666"/>
                </a:solidFill>
                <a:latin typeface="Noto Sans"/>
              </a:rPr>
              <a:t>sed do eiusmod </a:t>
            </a:r>
            <a:r>
              <a:rPr b="0" lang="en-IN" sz="1200" spc="-1" strike="noStrike">
                <a:solidFill>
                  <a:srgbClr val="666666"/>
                </a:solidFill>
                <a:latin typeface="Noto Sans"/>
              </a:rPr>
              <a:t>tempor incididunt </a:t>
            </a:r>
            <a:r>
              <a:rPr b="0" lang="en-IN" sz="1200" spc="-1" strike="noStrike">
                <a:solidFill>
                  <a:srgbClr val="666666"/>
                </a:solidFill>
                <a:latin typeface="Noto Sans"/>
              </a:rPr>
              <a:t>ut labore et </a:t>
            </a:r>
            <a:r>
              <a:rPr b="0" lang="en-IN" sz="1200" spc="-1" strike="noStrike">
                <a:solidFill>
                  <a:srgbClr val="666666"/>
                </a:solidFill>
                <a:latin typeface="Noto Sans"/>
              </a:rPr>
              <a:t>dolore magna </a:t>
            </a:r>
            <a:r>
              <a:rPr b="0" lang="en-IN" sz="1200" spc="-1" strike="noStrike">
                <a:solidFill>
                  <a:srgbClr val="666666"/>
                </a:solidFill>
                <a:latin typeface="Noto Sans"/>
              </a:rPr>
              <a:t>aliqua. </a:t>
            </a:r>
            <a:endParaRPr b="0" lang="en-IN" sz="1200" spc="-1" strike="noStrike">
              <a:latin typeface="Arial"/>
            </a:endParaRPr>
          </a:p>
        </p:txBody>
      </p:sp>
      <p:sp>
        <p:nvSpPr>
          <p:cNvPr id="517" name=""/>
          <p:cNvSpPr txBox="1"/>
          <p:nvPr/>
        </p:nvSpPr>
        <p:spPr>
          <a:xfrm>
            <a:off x="1481400" y="2212200"/>
            <a:ext cx="2011680" cy="401400"/>
          </a:xfrm>
          <a:prstGeom prst="rect">
            <a:avLst/>
          </a:prstGeom>
          <a:noFill/>
          <a:ln w="0">
            <a:noFill/>
          </a:ln>
        </p:spPr>
        <p:txBody>
          <a:bodyPr lIns="90000" rIns="90000" tIns="45000" bIns="45000" anchor="t">
            <a:noAutofit/>
          </a:bodyPr>
          <a:p>
            <a:pPr algn="r">
              <a:buNone/>
            </a:pPr>
            <a:r>
              <a:rPr b="1" lang="en-IN" sz="1800" spc="-1" strike="noStrike">
                <a:latin typeface="Noto Sans"/>
              </a:rPr>
              <a:t>Ipsum</a:t>
            </a:r>
            <a:endParaRPr b="0" lang="en-IN" sz="1800" spc="-1" strike="noStrike">
              <a:latin typeface="Arial"/>
            </a:endParaRPr>
          </a:p>
        </p:txBody>
      </p:sp>
      <p:sp>
        <p:nvSpPr>
          <p:cNvPr id="518" name=""/>
          <p:cNvSpPr txBox="1"/>
          <p:nvPr/>
        </p:nvSpPr>
        <p:spPr>
          <a:xfrm>
            <a:off x="91440" y="4097880"/>
            <a:ext cx="3383280" cy="804600"/>
          </a:xfrm>
          <a:prstGeom prst="rect">
            <a:avLst/>
          </a:prstGeom>
          <a:noFill/>
          <a:ln w="0">
            <a:noFill/>
          </a:ln>
        </p:spPr>
        <p:txBody>
          <a:bodyPr lIns="90000" rIns="90000" tIns="45000" bIns="45000" anchor="t">
            <a:noAutofit/>
          </a:bodyPr>
          <a:p>
            <a:pPr algn="r">
              <a:lnSpc>
                <a:spcPct val="100000"/>
              </a:lnSpc>
              <a:spcBef>
                <a:spcPts val="1191"/>
              </a:spcBef>
              <a:spcAft>
                <a:spcPts val="992"/>
              </a:spcAft>
              <a:buNone/>
            </a:pPr>
            <a:r>
              <a:rPr b="0" lang="en-IN" sz="1200" spc="-1" strike="noStrike">
                <a:solidFill>
                  <a:srgbClr val="666666"/>
                </a:solidFill>
                <a:latin typeface="Noto Sans"/>
              </a:rPr>
              <a:t>Lorem ipsum </a:t>
            </a:r>
            <a:r>
              <a:rPr b="0" lang="en-IN" sz="1200" spc="-1" strike="noStrike">
                <a:solidFill>
                  <a:srgbClr val="666666"/>
                </a:solidFill>
                <a:latin typeface="Noto Sans"/>
              </a:rPr>
              <a:t>dolor sit amet, </a:t>
            </a:r>
            <a:r>
              <a:rPr b="0" lang="en-IN" sz="1200" spc="-1" strike="noStrike">
                <a:solidFill>
                  <a:srgbClr val="666666"/>
                </a:solidFill>
                <a:latin typeface="Noto Sans"/>
              </a:rPr>
              <a:t>consectetur </a:t>
            </a:r>
            <a:r>
              <a:rPr b="0" lang="en-IN" sz="1200" spc="-1" strike="noStrike">
                <a:solidFill>
                  <a:srgbClr val="666666"/>
                </a:solidFill>
                <a:latin typeface="Noto Sans"/>
              </a:rPr>
              <a:t>adipiscing elit, </a:t>
            </a:r>
            <a:r>
              <a:rPr b="0" lang="en-IN" sz="1200" spc="-1" strike="noStrike">
                <a:solidFill>
                  <a:srgbClr val="666666"/>
                </a:solidFill>
                <a:latin typeface="Noto Sans"/>
              </a:rPr>
              <a:t>sed do eiusmod </a:t>
            </a:r>
            <a:r>
              <a:rPr b="0" lang="en-IN" sz="1200" spc="-1" strike="noStrike">
                <a:solidFill>
                  <a:srgbClr val="666666"/>
                </a:solidFill>
                <a:latin typeface="Noto Sans"/>
              </a:rPr>
              <a:t>tempor incididunt </a:t>
            </a:r>
            <a:r>
              <a:rPr b="0" lang="en-IN" sz="1200" spc="-1" strike="noStrike">
                <a:solidFill>
                  <a:srgbClr val="666666"/>
                </a:solidFill>
                <a:latin typeface="Noto Sans"/>
              </a:rPr>
              <a:t>ut labore et </a:t>
            </a:r>
            <a:r>
              <a:rPr b="0" lang="en-IN" sz="1200" spc="-1" strike="noStrike">
                <a:solidFill>
                  <a:srgbClr val="666666"/>
                </a:solidFill>
                <a:latin typeface="Noto Sans"/>
              </a:rPr>
              <a:t>dolore magna </a:t>
            </a:r>
            <a:r>
              <a:rPr b="0" lang="en-IN" sz="1200" spc="-1" strike="noStrike">
                <a:solidFill>
                  <a:srgbClr val="666666"/>
                </a:solidFill>
                <a:latin typeface="Noto Sans"/>
              </a:rPr>
              <a:t>aliqua. </a:t>
            </a:r>
            <a:endParaRPr b="0" lang="en-IN" sz="1200" spc="-1" strike="noStrike">
              <a:latin typeface="Arial"/>
            </a:endParaRPr>
          </a:p>
        </p:txBody>
      </p:sp>
      <p:sp>
        <p:nvSpPr>
          <p:cNvPr id="519" name=""/>
          <p:cNvSpPr txBox="1"/>
          <p:nvPr/>
        </p:nvSpPr>
        <p:spPr>
          <a:xfrm>
            <a:off x="1463040" y="3670560"/>
            <a:ext cx="2011680" cy="401400"/>
          </a:xfrm>
          <a:prstGeom prst="rect">
            <a:avLst/>
          </a:prstGeom>
          <a:noFill/>
          <a:ln w="0">
            <a:noFill/>
          </a:ln>
        </p:spPr>
        <p:txBody>
          <a:bodyPr lIns="90000" rIns="90000" tIns="45000" bIns="45000" anchor="t">
            <a:noAutofit/>
          </a:bodyPr>
          <a:p>
            <a:pPr algn="r">
              <a:buNone/>
            </a:pPr>
            <a:r>
              <a:rPr b="1" lang="en-IN" sz="1800" spc="-1" strike="noStrike">
                <a:latin typeface="Noto Sans"/>
              </a:rPr>
              <a:t>Dolor</a:t>
            </a:r>
            <a:endParaRPr b="0" lang="en-IN" sz="1800" spc="-1" strike="noStrike">
              <a:latin typeface="Arial"/>
            </a:endParaRPr>
          </a:p>
        </p:txBody>
      </p:sp>
      <p:sp>
        <p:nvSpPr>
          <p:cNvPr id="520" name=""/>
          <p:cNvSpPr txBox="1"/>
          <p:nvPr/>
        </p:nvSpPr>
        <p:spPr>
          <a:xfrm>
            <a:off x="6672240" y="4447080"/>
            <a:ext cx="3383280" cy="804600"/>
          </a:xfrm>
          <a:prstGeom prst="rect">
            <a:avLst/>
          </a:prstGeom>
          <a:noFill/>
          <a:ln w="0">
            <a:noFill/>
          </a:ln>
        </p:spPr>
        <p:txBody>
          <a:bodyPr lIns="90000" rIns="90000" tIns="45000" bIns="45000" anchor="t">
            <a:noAutofit/>
          </a:bodyPr>
          <a:p>
            <a:pPr>
              <a:lnSpc>
                <a:spcPct val="100000"/>
              </a:lnSpc>
              <a:spcBef>
                <a:spcPts val="1191"/>
              </a:spcBef>
              <a:spcAft>
                <a:spcPts val="992"/>
              </a:spcAft>
              <a:buNone/>
            </a:pPr>
            <a:r>
              <a:rPr b="0" lang="en-IN" sz="1200" spc="-1" strike="noStrike">
                <a:solidFill>
                  <a:srgbClr val="666666"/>
                </a:solidFill>
                <a:latin typeface="Noto Sans"/>
              </a:rPr>
              <a:t>Lorem ipsum </a:t>
            </a:r>
            <a:r>
              <a:rPr b="0" lang="en-IN" sz="1200" spc="-1" strike="noStrike">
                <a:solidFill>
                  <a:srgbClr val="666666"/>
                </a:solidFill>
                <a:latin typeface="Noto Sans"/>
              </a:rPr>
              <a:t>dolor sit amet, </a:t>
            </a:r>
            <a:r>
              <a:rPr b="0" lang="en-IN" sz="1200" spc="-1" strike="noStrike">
                <a:solidFill>
                  <a:srgbClr val="666666"/>
                </a:solidFill>
                <a:latin typeface="Noto Sans"/>
              </a:rPr>
              <a:t>consectetur </a:t>
            </a:r>
            <a:r>
              <a:rPr b="0" lang="en-IN" sz="1200" spc="-1" strike="noStrike">
                <a:solidFill>
                  <a:srgbClr val="666666"/>
                </a:solidFill>
                <a:latin typeface="Noto Sans"/>
              </a:rPr>
              <a:t>adipiscing elit, </a:t>
            </a:r>
            <a:r>
              <a:rPr b="0" lang="en-IN" sz="1200" spc="-1" strike="noStrike">
                <a:solidFill>
                  <a:srgbClr val="666666"/>
                </a:solidFill>
                <a:latin typeface="Noto Sans"/>
              </a:rPr>
              <a:t>sed do eiusmod </a:t>
            </a:r>
            <a:r>
              <a:rPr b="0" lang="en-IN" sz="1200" spc="-1" strike="noStrike">
                <a:solidFill>
                  <a:srgbClr val="666666"/>
                </a:solidFill>
                <a:latin typeface="Noto Sans"/>
              </a:rPr>
              <a:t>tempor incididunt </a:t>
            </a:r>
            <a:r>
              <a:rPr b="0" lang="en-IN" sz="1200" spc="-1" strike="noStrike">
                <a:solidFill>
                  <a:srgbClr val="666666"/>
                </a:solidFill>
                <a:latin typeface="Noto Sans"/>
              </a:rPr>
              <a:t>ut labore et </a:t>
            </a:r>
            <a:r>
              <a:rPr b="0" lang="en-IN" sz="1200" spc="-1" strike="noStrike">
                <a:solidFill>
                  <a:srgbClr val="666666"/>
                </a:solidFill>
                <a:latin typeface="Noto Sans"/>
              </a:rPr>
              <a:t>dolore magna </a:t>
            </a:r>
            <a:r>
              <a:rPr b="0" lang="en-IN" sz="1200" spc="-1" strike="noStrike">
                <a:solidFill>
                  <a:srgbClr val="666666"/>
                </a:solidFill>
                <a:latin typeface="Noto Sans"/>
              </a:rPr>
              <a:t>aliqua. </a:t>
            </a:r>
            <a:endParaRPr b="0" lang="en-IN" sz="1200" spc="-1" strike="noStrike">
              <a:latin typeface="Arial"/>
            </a:endParaRPr>
          </a:p>
        </p:txBody>
      </p:sp>
      <p:sp>
        <p:nvSpPr>
          <p:cNvPr id="521" name=""/>
          <p:cNvSpPr txBox="1"/>
          <p:nvPr/>
        </p:nvSpPr>
        <p:spPr>
          <a:xfrm>
            <a:off x="6672240" y="4019760"/>
            <a:ext cx="2011680" cy="401400"/>
          </a:xfrm>
          <a:prstGeom prst="rect">
            <a:avLst/>
          </a:prstGeom>
          <a:noFill/>
          <a:ln w="0">
            <a:noFill/>
          </a:ln>
        </p:spPr>
        <p:txBody>
          <a:bodyPr lIns="90000" rIns="90000" tIns="45000" bIns="45000" anchor="t">
            <a:noAutofit/>
          </a:bodyPr>
          <a:p>
            <a:r>
              <a:rPr b="1" lang="en-IN" sz="1800" spc="-1" strike="noStrike">
                <a:latin typeface="Noto Sans"/>
              </a:rPr>
              <a:t>Consectetur</a:t>
            </a:r>
            <a:endParaRPr b="0" lang="en-IN" sz="1800" spc="-1" strike="noStrike">
              <a:latin typeface="Arial"/>
            </a:endParaRPr>
          </a:p>
        </p:txBody>
      </p:sp>
      <p:sp>
        <p:nvSpPr>
          <p:cNvPr id="522" name=""/>
          <p:cNvSpPr txBox="1"/>
          <p:nvPr/>
        </p:nvSpPr>
        <p:spPr>
          <a:xfrm>
            <a:off x="6672240" y="2990520"/>
            <a:ext cx="3383280" cy="804600"/>
          </a:xfrm>
          <a:prstGeom prst="rect">
            <a:avLst/>
          </a:prstGeom>
          <a:noFill/>
          <a:ln w="0">
            <a:noFill/>
          </a:ln>
        </p:spPr>
        <p:txBody>
          <a:bodyPr lIns="90000" rIns="90000" tIns="45000" bIns="45000" anchor="t">
            <a:noAutofit/>
          </a:bodyPr>
          <a:p>
            <a:pPr>
              <a:lnSpc>
                <a:spcPct val="100000"/>
              </a:lnSpc>
              <a:spcBef>
                <a:spcPts val="1191"/>
              </a:spcBef>
              <a:spcAft>
                <a:spcPts val="992"/>
              </a:spcAft>
              <a:buNone/>
            </a:pPr>
            <a:r>
              <a:rPr b="0" lang="en-IN" sz="1200" spc="-1" strike="noStrike">
                <a:solidFill>
                  <a:srgbClr val="666666"/>
                </a:solidFill>
                <a:latin typeface="Noto Sans"/>
              </a:rPr>
              <a:t>Lorem ipsum </a:t>
            </a:r>
            <a:r>
              <a:rPr b="0" lang="en-IN" sz="1200" spc="-1" strike="noStrike">
                <a:solidFill>
                  <a:srgbClr val="666666"/>
                </a:solidFill>
                <a:latin typeface="Noto Sans"/>
              </a:rPr>
              <a:t>dolor sit amet, </a:t>
            </a:r>
            <a:r>
              <a:rPr b="0" lang="en-IN" sz="1200" spc="-1" strike="noStrike">
                <a:solidFill>
                  <a:srgbClr val="666666"/>
                </a:solidFill>
                <a:latin typeface="Noto Sans"/>
              </a:rPr>
              <a:t>consectetur </a:t>
            </a:r>
            <a:r>
              <a:rPr b="0" lang="en-IN" sz="1200" spc="-1" strike="noStrike">
                <a:solidFill>
                  <a:srgbClr val="666666"/>
                </a:solidFill>
                <a:latin typeface="Noto Sans"/>
              </a:rPr>
              <a:t>adipiscing elit, </a:t>
            </a:r>
            <a:r>
              <a:rPr b="0" lang="en-IN" sz="1200" spc="-1" strike="noStrike">
                <a:solidFill>
                  <a:srgbClr val="666666"/>
                </a:solidFill>
                <a:latin typeface="Noto Sans"/>
              </a:rPr>
              <a:t>sed do eiusmod </a:t>
            </a:r>
            <a:r>
              <a:rPr b="0" lang="en-IN" sz="1200" spc="-1" strike="noStrike">
                <a:solidFill>
                  <a:srgbClr val="666666"/>
                </a:solidFill>
                <a:latin typeface="Noto Sans"/>
              </a:rPr>
              <a:t>tempor incididunt </a:t>
            </a:r>
            <a:r>
              <a:rPr b="0" lang="en-IN" sz="1200" spc="-1" strike="noStrike">
                <a:solidFill>
                  <a:srgbClr val="666666"/>
                </a:solidFill>
                <a:latin typeface="Noto Sans"/>
              </a:rPr>
              <a:t>ut labore et </a:t>
            </a:r>
            <a:r>
              <a:rPr b="0" lang="en-IN" sz="1200" spc="-1" strike="noStrike">
                <a:solidFill>
                  <a:srgbClr val="666666"/>
                </a:solidFill>
                <a:latin typeface="Noto Sans"/>
              </a:rPr>
              <a:t>dolore magna </a:t>
            </a:r>
            <a:r>
              <a:rPr b="0" lang="en-IN" sz="1200" spc="-1" strike="noStrike">
                <a:solidFill>
                  <a:srgbClr val="666666"/>
                </a:solidFill>
                <a:latin typeface="Noto Sans"/>
              </a:rPr>
              <a:t>aliqua. </a:t>
            </a:r>
            <a:endParaRPr b="0" lang="en-IN" sz="1200" spc="-1" strike="noStrike">
              <a:latin typeface="Arial"/>
            </a:endParaRPr>
          </a:p>
        </p:txBody>
      </p:sp>
      <p:sp>
        <p:nvSpPr>
          <p:cNvPr id="523" name=""/>
          <p:cNvSpPr txBox="1"/>
          <p:nvPr/>
        </p:nvSpPr>
        <p:spPr>
          <a:xfrm>
            <a:off x="6672240" y="2563200"/>
            <a:ext cx="2011680" cy="364680"/>
          </a:xfrm>
          <a:prstGeom prst="rect">
            <a:avLst/>
          </a:prstGeom>
          <a:noFill/>
          <a:ln w="0">
            <a:noFill/>
          </a:ln>
        </p:spPr>
        <p:txBody>
          <a:bodyPr lIns="90000" rIns="90000" tIns="45000" bIns="45000" anchor="t">
            <a:noAutofit/>
          </a:bodyPr>
          <a:p>
            <a:r>
              <a:rPr b="0" lang="en-IN" sz="1800" spc="-1" strike="noStrike">
                <a:latin typeface="Lato Black"/>
              </a:rPr>
              <a:t>Amet</a:t>
            </a:r>
            <a:endParaRPr b="0" lang="en-IN" sz="1800" spc="-1" strike="noStrike">
              <a:latin typeface="Arial"/>
            </a:endParaRPr>
          </a:p>
        </p:txBody>
      </p:sp>
      <p:sp>
        <p:nvSpPr>
          <p:cNvPr id="524" name=""/>
          <p:cNvSpPr txBox="1"/>
          <p:nvPr/>
        </p:nvSpPr>
        <p:spPr>
          <a:xfrm>
            <a:off x="6672240" y="1433160"/>
            <a:ext cx="3383280" cy="804600"/>
          </a:xfrm>
          <a:prstGeom prst="rect">
            <a:avLst/>
          </a:prstGeom>
          <a:noFill/>
          <a:ln w="0">
            <a:noFill/>
          </a:ln>
        </p:spPr>
        <p:txBody>
          <a:bodyPr lIns="90000" rIns="90000" tIns="45000" bIns="45000" anchor="t">
            <a:noAutofit/>
          </a:bodyPr>
          <a:p>
            <a:pPr>
              <a:lnSpc>
                <a:spcPct val="100000"/>
              </a:lnSpc>
              <a:spcBef>
                <a:spcPts val="1191"/>
              </a:spcBef>
              <a:spcAft>
                <a:spcPts val="992"/>
              </a:spcAft>
              <a:buNone/>
            </a:pPr>
            <a:r>
              <a:rPr b="0" lang="en-IN" sz="1200" spc="-1" strike="noStrike">
                <a:solidFill>
                  <a:srgbClr val="666666"/>
                </a:solidFill>
                <a:latin typeface="Noto Sans"/>
              </a:rPr>
              <a:t>Lorem ipsum dolor sit amet, consectetur adipiscing elit, sed do eiusmod tempor incididunt ut labore et dolore magna aliqua. </a:t>
            </a:r>
            <a:endParaRPr b="0" lang="en-IN" sz="1200" spc="-1" strike="noStrike">
              <a:latin typeface="Arial"/>
            </a:endParaRPr>
          </a:p>
        </p:txBody>
      </p:sp>
      <p:sp>
        <p:nvSpPr>
          <p:cNvPr id="525" name=""/>
          <p:cNvSpPr txBox="1"/>
          <p:nvPr/>
        </p:nvSpPr>
        <p:spPr>
          <a:xfrm>
            <a:off x="6672240" y="1005840"/>
            <a:ext cx="2011680" cy="401400"/>
          </a:xfrm>
          <a:prstGeom prst="rect">
            <a:avLst/>
          </a:prstGeom>
          <a:noFill/>
          <a:ln w="0">
            <a:noFill/>
          </a:ln>
        </p:spPr>
        <p:txBody>
          <a:bodyPr lIns="90000" rIns="90000" tIns="45000" bIns="45000" anchor="t">
            <a:noAutofit/>
          </a:bodyPr>
          <a:p>
            <a:r>
              <a:rPr b="1" lang="en-IN" sz="1800" spc="-1" strike="noStrike">
                <a:latin typeface="Noto Sans"/>
              </a:rPr>
              <a:t>Sit</a:t>
            </a:r>
            <a:endParaRPr b="0" lang="en-IN" sz="1800" spc="-1" strike="noStrike">
              <a:latin typeface="Arial"/>
            </a:endParaRPr>
          </a:p>
        </p:txBody>
      </p:sp>
      <p:pic>
        <p:nvPicPr>
          <p:cNvPr id="526" name="" descr=""/>
          <p:cNvPicPr/>
          <p:nvPr/>
        </p:nvPicPr>
        <p:blipFill>
          <a:blip r:embed="rId1"/>
          <a:stretch/>
        </p:blipFill>
        <p:spPr>
          <a:xfrm>
            <a:off x="0" y="0"/>
            <a:ext cx="10137960" cy="5670000"/>
          </a:xfrm>
          <a:prstGeom prst="rect">
            <a:avLst/>
          </a:prstGeom>
          <a:ln w="0">
            <a:noFill/>
          </a:ln>
        </p:spPr>
      </p:pic>
    </p:spTree>
  </p:cSld>
  <mc:AlternateContent>
    <mc:Choice Requires="p14">
      <p:transition spd="slow" p14:dur="2000">
        <p:blinds dir="vert"/>
      </p:transition>
    </mc:Choice>
    <mc:Fallback>
      <p:transition spd="slow">
        <p:blinds dir="vert"/>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7" name="" descr=""/>
          <p:cNvPicPr/>
          <p:nvPr/>
        </p:nvPicPr>
        <p:blipFill>
          <a:blip r:embed="rId1"/>
          <a:stretch/>
        </p:blipFill>
        <p:spPr>
          <a:xfrm>
            <a:off x="1188720" y="2783880"/>
            <a:ext cx="782280" cy="782280"/>
          </a:xfrm>
          <a:prstGeom prst="rect">
            <a:avLst/>
          </a:prstGeom>
          <a:ln w="0">
            <a:noFill/>
          </a:ln>
          <a:effectLst>
            <a:outerShdw dist="103350" dir="2700000" blurRad="0" rotWithShape="0">
              <a:srgbClr val="808080">
                <a:alpha val="20000"/>
              </a:srgbClr>
            </a:outerShdw>
          </a:effectLst>
        </p:spPr>
      </p:pic>
      <p:sp>
        <p:nvSpPr>
          <p:cNvPr id="528" name=""/>
          <p:cNvSpPr txBox="1"/>
          <p:nvPr/>
        </p:nvSpPr>
        <p:spPr>
          <a:xfrm>
            <a:off x="2651760" y="4467600"/>
            <a:ext cx="3383280" cy="804600"/>
          </a:xfrm>
          <a:prstGeom prst="rect">
            <a:avLst/>
          </a:prstGeom>
          <a:noFill/>
          <a:ln w="0">
            <a:noFill/>
          </a:ln>
        </p:spPr>
        <p:txBody>
          <a:bodyPr lIns="90000" rIns="90000" tIns="45000" bIns="45000" anchor="t">
            <a:noAutofit/>
          </a:bodyPr>
          <a:p>
            <a:pPr>
              <a:lnSpc>
                <a:spcPct val="100000"/>
              </a:lnSpc>
              <a:spcBef>
                <a:spcPts val="1191"/>
              </a:spcBef>
              <a:spcAft>
                <a:spcPts val="992"/>
              </a:spcAft>
              <a:buNone/>
            </a:pPr>
            <a:r>
              <a:rPr b="0" lang="en-IN" sz="1200" spc="-1" strike="noStrike">
                <a:solidFill>
                  <a:srgbClr val="666666"/>
                </a:solidFill>
                <a:latin typeface="Noto Sans"/>
              </a:rPr>
              <a:t>Lorem ipsum dolor sit amet, consectetur adipiscing elit, sed do eiusmod tempor incididunt ut labore et dolore magna aliqua. </a:t>
            </a:r>
            <a:endParaRPr b="0" lang="en-IN" sz="1200" spc="-1" strike="noStrike">
              <a:latin typeface="Arial"/>
            </a:endParaRPr>
          </a:p>
        </p:txBody>
      </p:sp>
      <p:sp>
        <p:nvSpPr>
          <p:cNvPr id="529" name=""/>
          <p:cNvSpPr txBox="1"/>
          <p:nvPr/>
        </p:nvSpPr>
        <p:spPr>
          <a:xfrm>
            <a:off x="2651760" y="4040280"/>
            <a:ext cx="2011680" cy="401400"/>
          </a:xfrm>
          <a:prstGeom prst="rect">
            <a:avLst/>
          </a:prstGeom>
          <a:noFill/>
          <a:ln w="0">
            <a:noFill/>
          </a:ln>
        </p:spPr>
        <p:txBody>
          <a:bodyPr lIns="90000" rIns="90000" tIns="45000" bIns="45000" anchor="t">
            <a:noAutofit/>
          </a:bodyPr>
          <a:p>
            <a:r>
              <a:rPr b="1" lang="en-IN" sz="1800" spc="-1" strike="noStrike">
                <a:latin typeface="Noto Sans"/>
              </a:rPr>
              <a:t>03 Dolor</a:t>
            </a:r>
            <a:endParaRPr b="0" lang="en-IN" sz="1800" spc="-1" strike="noStrike">
              <a:latin typeface="Arial"/>
            </a:endParaRPr>
          </a:p>
        </p:txBody>
      </p:sp>
      <p:sp>
        <p:nvSpPr>
          <p:cNvPr id="530" name=""/>
          <p:cNvSpPr txBox="1"/>
          <p:nvPr/>
        </p:nvSpPr>
        <p:spPr>
          <a:xfrm>
            <a:off x="180000" y="1250280"/>
            <a:ext cx="3477600" cy="986040"/>
          </a:xfrm>
          <a:prstGeom prst="rect">
            <a:avLst/>
          </a:prstGeom>
          <a:noFill/>
          <a:ln w="0">
            <a:noFill/>
          </a:ln>
        </p:spPr>
        <p:txBody>
          <a:bodyPr lIns="90000" rIns="90000" tIns="45000" bIns="45000" anchor="t">
            <a:noAutofit/>
          </a:bodyPr>
          <a:p>
            <a:pPr algn="r">
              <a:lnSpc>
                <a:spcPct val="100000"/>
              </a:lnSpc>
              <a:spcBef>
                <a:spcPts val="1191"/>
              </a:spcBef>
              <a:spcAft>
                <a:spcPts val="992"/>
              </a:spcAft>
              <a:buNone/>
            </a:pPr>
            <a:r>
              <a:rPr b="0" lang="en-IN" sz="1200" spc="-1" strike="noStrike">
                <a:solidFill>
                  <a:srgbClr val="666666"/>
                </a:solidFill>
                <a:latin typeface="Noto Sans"/>
              </a:rPr>
              <a:t>Lorem ipsum dolor sit amet, consectetur adipiscing elit, sed do eiusmod tempor incididunt ut labore et dolore magna aliqua. </a:t>
            </a:r>
            <a:endParaRPr b="0" lang="en-IN" sz="1200" spc="-1" strike="noStrike">
              <a:latin typeface="Arial"/>
            </a:endParaRPr>
          </a:p>
        </p:txBody>
      </p:sp>
      <p:sp>
        <p:nvSpPr>
          <p:cNvPr id="531" name=""/>
          <p:cNvSpPr/>
          <p:nvPr/>
        </p:nvSpPr>
        <p:spPr>
          <a:xfrm>
            <a:off x="2468880" y="822960"/>
            <a:ext cx="1410480" cy="1371600"/>
          </a:xfrm>
          <a:prstGeom prst="ellipse">
            <a:avLst/>
          </a:prstGeom>
          <a:solidFill>
            <a:srgbClr val="8d99ae">
              <a:alpha val="10000"/>
            </a:srgbClr>
          </a:solidFill>
          <a:ln w="0">
            <a:noFill/>
          </a:ln>
        </p:spPr>
        <p:style>
          <a:lnRef idx="0"/>
          <a:fillRef idx="0"/>
          <a:effectRef idx="0"/>
          <a:fontRef idx="minor"/>
        </p:style>
      </p:sp>
      <p:sp>
        <p:nvSpPr>
          <p:cNvPr id="532" name=""/>
          <p:cNvSpPr txBox="1"/>
          <p:nvPr/>
        </p:nvSpPr>
        <p:spPr>
          <a:xfrm>
            <a:off x="1645920" y="822960"/>
            <a:ext cx="2011680" cy="401400"/>
          </a:xfrm>
          <a:prstGeom prst="rect">
            <a:avLst/>
          </a:prstGeom>
          <a:noFill/>
          <a:ln w="0">
            <a:noFill/>
          </a:ln>
        </p:spPr>
        <p:txBody>
          <a:bodyPr lIns="90000" rIns="90000" tIns="45000" bIns="45000" anchor="t">
            <a:noAutofit/>
          </a:bodyPr>
          <a:p>
            <a:pPr algn="r">
              <a:buNone/>
            </a:pPr>
            <a:r>
              <a:rPr b="1" lang="en-IN" sz="1800" spc="-1" strike="noStrike">
                <a:latin typeface="Noto Sans"/>
              </a:rPr>
              <a:t>01 Lorem</a:t>
            </a:r>
            <a:endParaRPr b="0" lang="en-IN" sz="1800" spc="-1" strike="noStrike">
              <a:latin typeface="Arial"/>
            </a:endParaRPr>
          </a:p>
        </p:txBody>
      </p:sp>
      <p:pic>
        <p:nvPicPr>
          <p:cNvPr id="533" name="" descr=""/>
          <p:cNvPicPr/>
          <p:nvPr/>
        </p:nvPicPr>
        <p:blipFill>
          <a:blip r:embed="rId2"/>
          <a:stretch/>
        </p:blipFill>
        <p:spPr>
          <a:xfrm>
            <a:off x="4854240" y="1774080"/>
            <a:ext cx="943200" cy="1045440"/>
          </a:xfrm>
          <a:prstGeom prst="rect">
            <a:avLst/>
          </a:prstGeom>
          <a:ln w="0">
            <a:noFill/>
          </a:ln>
          <a:effectLst>
            <a:outerShdw dist="103350" dir="2700000" blurRad="0" rotWithShape="0">
              <a:srgbClr val="808080">
                <a:alpha val="20000"/>
              </a:srgbClr>
            </a:outerShdw>
          </a:effectLst>
        </p:spPr>
      </p:pic>
      <p:pic>
        <p:nvPicPr>
          <p:cNvPr id="534" name="" descr=""/>
          <p:cNvPicPr/>
          <p:nvPr/>
        </p:nvPicPr>
        <p:blipFill>
          <a:blip r:embed="rId3"/>
          <a:stretch/>
        </p:blipFill>
        <p:spPr>
          <a:xfrm>
            <a:off x="6884640" y="3486960"/>
            <a:ext cx="924480" cy="847440"/>
          </a:xfrm>
          <a:prstGeom prst="rect">
            <a:avLst/>
          </a:prstGeom>
          <a:ln w="0">
            <a:noFill/>
          </a:ln>
          <a:effectLst>
            <a:outerShdw dist="103350" dir="2700000" blurRad="0" rotWithShape="0">
              <a:srgbClr val="808080">
                <a:alpha val="20000"/>
              </a:srgbClr>
            </a:outerShdw>
          </a:effectLst>
        </p:spPr>
      </p:pic>
      <p:sp>
        <p:nvSpPr>
          <p:cNvPr id="535" name=""/>
          <p:cNvSpPr txBox="1"/>
          <p:nvPr/>
        </p:nvSpPr>
        <p:spPr>
          <a:xfrm>
            <a:off x="6309360" y="1856520"/>
            <a:ext cx="2743200" cy="919800"/>
          </a:xfrm>
          <a:prstGeom prst="rect">
            <a:avLst/>
          </a:prstGeom>
          <a:noFill/>
          <a:ln w="0">
            <a:noFill/>
          </a:ln>
        </p:spPr>
        <p:txBody>
          <a:bodyPr lIns="90000" rIns="90000" tIns="45000" bIns="45000" anchor="t">
            <a:noAutofit/>
          </a:bodyPr>
          <a:p>
            <a:pPr algn="r">
              <a:lnSpc>
                <a:spcPct val="100000"/>
              </a:lnSpc>
              <a:spcBef>
                <a:spcPts val="1191"/>
              </a:spcBef>
              <a:spcAft>
                <a:spcPts val="992"/>
              </a:spcAft>
              <a:buNone/>
            </a:pPr>
            <a:r>
              <a:rPr b="0" lang="en-IN" sz="1200" spc="-1" strike="noStrike">
                <a:solidFill>
                  <a:srgbClr val="666666"/>
                </a:solidFill>
                <a:latin typeface="Noto Sans"/>
              </a:rPr>
              <a:t>Lorem ipsum dolor sit amet, consectetur adipiscing elit, sed do eiusmod tempor incididunt ut labore et dolore magna aliqua. </a:t>
            </a:r>
            <a:endParaRPr b="0" lang="en-IN" sz="1200" spc="-1" strike="noStrike">
              <a:latin typeface="Arial"/>
            </a:endParaRPr>
          </a:p>
        </p:txBody>
      </p:sp>
      <p:sp>
        <p:nvSpPr>
          <p:cNvPr id="536" name=""/>
          <p:cNvSpPr txBox="1"/>
          <p:nvPr/>
        </p:nvSpPr>
        <p:spPr>
          <a:xfrm>
            <a:off x="7040880" y="1429200"/>
            <a:ext cx="2011680" cy="401400"/>
          </a:xfrm>
          <a:prstGeom prst="rect">
            <a:avLst/>
          </a:prstGeom>
          <a:noFill/>
          <a:ln w="0">
            <a:noFill/>
          </a:ln>
        </p:spPr>
        <p:txBody>
          <a:bodyPr lIns="90000" rIns="90000" tIns="45000" bIns="45000" anchor="t">
            <a:noAutofit/>
          </a:bodyPr>
          <a:p>
            <a:pPr algn="r">
              <a:buNone/>
            </a:pPr>
            <a:r>
              <a:rPr b="1" lang="en-IN" sz="1800" spc="-1" strike="noStrike">
                <a:latin typeface="Noto Sans"/>
              </a:rPr>
              <a:t>02 Ipsum</a:t>
            </a:r>
            <a:endParaRPr b="0" lang="en-IN" sz="1800" spc="-1" strike="noStrike">
              <a:latin typeface="Arial"/>
            </a:endParaRPr>
          </a:p>
        </p:txBody>
      </p:sp>
      <p:pic>
        <p:nvPicPr>
          <p:cNvPr id="537" name="" descr=""/>
          <p:cNvPicPr/>
          <p:nvPr/>
        </p:nvPicPr>
        <p:blipFill>
          <a:blip r:embed="rId4"/>
          <a:stretch/>
        </p:blipFill>
        <p:spPr>
          <a:xfrm>
            <a:off x="-172080" y="0"/>
            <a:ext cx="10260000" cy="5670000"/>
          </a:xfrm>
          <a:prstGeom prst="rect">
            <a:avLst/>
          </a:prstGeom>
          <a:ln w="0">
            <a:noFill/>
          </a:ln>
        </p:spPr>
      </p:pic>
    </p:spTree>
  </p:cSld>
  <mc:AlternateContent>
    <mc:Choice Requires="p14">
      <p:transition spd="slow" p14:dur="2000">
        <p:strips dir="ld"/>
      </p:transition>
    </mc:Choice>
    <mc:Fallback>
      <p:transition spd="slow">
        <p:strips dir="ld"/>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
          <p:cNvSpPr txBox="1"/>
          <p:nvPr/>
        </p:nvSpPr>
        <p:spPr>
          <a:xfrm>
            <a:off x="953280" y="1524240"/>
            <a:ext cx="3200400" cy="1195560"/>
          </a:xfrm>
          <a:prstGeom prst="rect">
            <a:avLst/>
          </a:prstGeom>
          <a:noFill/>
          <a:ln w="0">
            <a:noFill/>
          </a:ln>
        </p:spPr>
        <p:txBody>
          <a:bodyPr lIns="90000" rIns="90000" tIns="45000" bIns="45000" anchor="t">
            <a:noAutofit/>
          </a:bodyPr>
          <a:p>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39" name=""/>
          <p:cNvSpPr txBox="1"/>
          <p:nvPr/>
        </p:nvSpPr>
        <p:spPr>
          <a:xfrm>
            <a:off x="1604520" y="1113840"/>
            <a:ext cx="1554480" cy="471600"/>
          </a:xfrm>
          <a:prstGeom prst="rect">
            <a:avLst/>
          </a:prstGeom>
          <a:noFill/>
          <a:ln w="0">
            <a:noFill/>
          </a:ln>
        </p:spPr>
        <p:txBody>
          <a:bodyPr lIns="90000" rIns="90000" tIns="45000" bIns="45000" anchor="t">
            <a:noAutofit/>
          </a:bodyPr>
          <a:p>
            <a:r>
              <a:rPr b="1" lang="en-IN" sz="2200" spc="-1" strike="noStrike">
                <a:latin typeface="Noto Sans"/>
              </a:rPr>
              <a:t>Lorem</a:t>
            </a:r>
            <a:endParaRPr b="0" lang="en-IN" sz="2200" spc="-1" strike="noStrike">
              <a:latin typeface="Arial"/>
            </a:endParaRPr>
          </a:p>
        </p:txBody>
      </p:sp>
      <p:sp>
        <p:nvSpPr>
          <p:cNvPr id="540" name=""/>
          <p:cNvSpPr txBox="1"/>
          <p:nvPr/>
        </p:nvSpPr>
        <p:spPr>
          <a:xfrm>
            <a:off x="2873520" y="4037760"/>
            <a:ext cx="3200400" cy="1195560"/>
          </a:xfrm>
          <a:prstGeom prst="rect">
            <a:avLst/>
          </a:prstGeom>
          <a:noFill/>
          <a:ln w="0">
            <a:noFill/>
          </a:ln>
        </p:spPr>
        <p:txBody>
          <a:bodyPr lIns="90000" rIns="90000" tIns="45000" bIns="45000" anchor="t">
            <a:noAutofit/>
          </a:bodyPr>
          <a:p>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41" name=""/>
          <p:cNvSpPr txBox="1"/>
          <p:nvPr/>
        </p:nvSpPr>
        <p:spPr>
          <a:xfrm>
            <a:off x="3524760" y="3627360"/>
            <a:ext cx="1554480" cy="471600"/>
          </a:xfrm>
          <a:prstGeom prst="rect">
            <a:avLst/>
          </a:prstGeom>
          <a:noFill/>
          <a:ln w="0">
            <a:noFill/>
          </a:ln>
        </p:spPr>
        <p:txBody>
          <a:bodyPr lIns="90000" rIns="90000" tIns="45000" bIns="45000" anchor="t">
            <a:noAutofit/>
          </a:bodyPr>
          <a:p>
            <a:r>
              <a:rPr b="1" lang="en-IN" sz="2200" spc="-1" strike="noStrike">
                <a:latin typeface="Noto Sans"/>
              </a:rPr>
              <a:t>Ipsum</a:t>
            </a:r>
            <a:endParaRPr b="0" lang="en-IN" sz="2200" spc="-1" strike="noStrike">
              <a:latin typeface="Arial"/>
            </a:endParaRPr>
          </a:p>
        </p:txBody>
      </p:sp>
      <p:sp>
        <p:nvSpPr>
          <p:cNvPr id="542" name=""/>
          <p:cNvSpPr txBox="1"/>
          <p:nvPr/>
        </p:nvSpPr>
        <p:spPr>
          <a:xfrm>
            <a:off x="6714000" y="4084560"/>
            <a:ext cx="3200400" cy="1195560"/>
          </a:xfrm>
          <a:prstGeom prst="rect">
            <a:avLst/>
          </a:prstGeom>
          <a:noFill/>
          <a:ln w="0">
            <a:noFill/>
          </a:ln>
        </p:spPr>
        <p:txBody>
          <a:bodyPr lIns="90000" rIns="90000" tIns="45000" bIns="45000" anchor="t">
            <a:noAutofit/>
          </a:bodyPr>
          <a:p>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43" name=""/>
          <p:cNvSpPr txBox="1"/>
          <p:nvPr/>
        </p:nvSpPr>
        <p:spPr>
          <a:xfrm>
            <a:off x="7365240" y="3674160"/>
            <a:ext cx="1554480" cy="471600"/>
          </a:xfrm>
          <a:prstGeom prst="rect">
            <a:avLst/>
          </a:prstGeom>
          <a:noFill/>
          <a:ln w="0">
            <a:noFill/>
          </a:ln>
        </p:spPr>
        <p:txBody>
          <a:bodyPr lIns="90000" rIns="90000" tIns="45000" bIns="45000" anchor="t">
            <a:noAutofit/>
          </a:bodyPr>
          <a:p>
            <a:r>
              <a:rPr b="1" lang="en-IN" sz="2200" spc="-1" strike="noStrike">
                <a:latin typeface="Noto Sans"/>
              </a:rPr>
              <a:t>Sit</a:t>
            </a:r>
            <a:endParaRPr b="0" lang="en-IN" sz="2200" spc="-1" strike="noStrike">
              <a:latin typeface="Arial"/>
            </a:endParaRPr>
          </a:p>
        </p:txBody>
      </p:sp>
      <p:sp>
        <p:nvSpPr>
          <p:cNvPr id="544" name=""/>
          <p:cNvSpPr txBox="1"/>
          <p:nvPr/>
        </p:nvSpPr>
        <p:spPr>
          <a:xfrm>
            <a:off x="5068080" y="1524240"/>
            <a:ext cx="3200400" cy="1195560"/>
          </a:xfrm>
          <a:prstGeom prst="rect">
            <a:avLst/>
          </a:prstGeom>
          <a:noFill/>
          <a:ln w="0">
            <a:noFill/>
          </a:ln>
        </p:spPr>
        <p:txBody>
          <a:bodyPr lIns="90000" rIns="90000" tIns="45000" bIns="45000" anchor="t">
            <a:noAutofit/>
          </a:bodyPr>
          <a:p>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45" name=""/>
          <p:cNvSpPr txBox="1"/>
          <p:nvPr/>
        </p:nvSpPr>
        <p:spPr>
          <a:xfrm>
            <a:off x="5719320" y="1113840"/>
            <a:ext cx="1554480" cy="471600"/>
          </a:xfrm>
          <a:prstGeom prst="rect">
            <a:avLst/>
          </a:prstGeom>
          <a:noFill/>
          <a:ln w="0">
            <a:noFill/>
          </a:ln>
        </p:spPr>
        <p:txBody>
          <a:bodyPr lIns="90000" rIns="90000" tIns="45000" bIns="45000" anchor="t">
            <a:noAutofit/>
          </a:bodyPr>
          <a:p>
            <a:r>
              <a:rPr b="1" lang="en-IN" sz="2200" spc="-1" strike="noStrike">
                <a:latin typeface="Noto Sans"/>
              </a:rPr>
              <a:t>Dolor</a:t>
            </a:r>
            <a:endParaRPr b="0" lang="en-IN" sz="2200" spc="-1" strike="noStrike">
              <a:latin typeface="Arial"/>
            </a:endParaRPr>
          </a:p>
        </p:txBody>
      </p:sp>
      <p:sp>
        <p:nvSpPr>
          <p:cNvPr id="546" name=""/>
          <p:cNvSpPr txBox="1"/>
          <p:nvPr/>
        </p:nvSpPr>
        <p:spPr>
          <a:xfrm>
            <a:off x="496080" y="518400"/>
            <a:ext cx="1097280" cy="1864440"/>
          </a:xfrm>
          <a:prstGeom prst="rect">
            <a:avLst/>
          </a:prstGeom>
          <a:noFill/>
          <a:ln w="0">
            <a:noFill/>
          </a:ln>
        </p:spPr>
        <p:txBody>
          <a:bodyPr lIns="90000" rIns="90000" tIns="45000" bIns="45000" anchor="t">
            <a:noAutofit/>
          </a:bodyPr>
          <a:p>
            <a:r>
              <a:rPr b="0" lang="en-IN" sz="6000" spc="-1" strike="noStrike">
                <a:latin typeface="Noto Sans"/>
              </a:rPr>
              <a:t>01</a:t>
            </a:r>
            <a:endParaRPr b="0" lang="en-IN" sz="6000" spc="-1" strike="noStrike">
              <a:latin typeface="Arial"/>
            </a:endParaRPr>
          </a:p>
        </p:txBody>
      </p:sp>
      <p:sp>
        <p:nvSpPr>
          <p:cNvPr id="547" name=""/>
          <p:cNvSpPr txBox="1"/>
          <p:nvPr/>
        </p:nvSpPr>
        <p:spPr>
          <a:xfrm>
            <a:off x="2416320" y="3078720"/>
            <a:ext cx="1097280" cy="1864440"/>
          </a:xfrm>
          <a:prstGeom prst="rect">
            <a:avLst/>
          </a:prstGeom>
          <a:noFill/>
          <a:ln w="0">
            <a:noFill/>
          </a:ln>
        </p:spPr>
        <p:txBody>
          <a:bodyPr lIns="90000" rIns="90000" tIns="45000" bIns="45000" anchor="t">
            <a:noAutofit/>
          </a:bodyPr>
          <a:p>
            <a:r>
              <a:rPr b="0" lang="en-IN" sz="6000" spc="-1" strike="noStrike">
                <a:latin typeface="Noto Sans"/>
              </a:rPr>
              <a:t>02</a:t>
            </a:r>
            <a:endParaRPr b="0" lang="en-IN" sz="6000" spc="-1" strike="noStrike">
              <a:latin typeface="Arial"/>
            </a:endParaRPr>
          </a:p>
        </p:txBody>
      </p:sp>
      <p:sp>
        <p:nvSpPr>
          <p:cNvPr id="548" name=""/>
          <p:cNvSpPr txBox="1"/>
          <p:nvPr/>
        </p:nvSpPr>
        <p:spPr>
          <a:xfrm>
            <a:off x="4610880" y="577440"/>
            <a:ext cx="1097280" cy="1864440"/>
          </a:xfrm>
          <a:prstGeom prst="rect">
            <a:avLst/>
          </a:prstGeom>
          <a:noFill/>
          <a:ln w="0">
            <a:noFill/>
          </a:ln>
        </p:spPr>
        <p:txBody>
          <a:bodyPr lIns="90000" rIns="90000" tIns="45000" bIns="45000" anchor="t">
            <a:noAutofit/>
          </a:bodyPr>
          <a:p>
            <a:r>
              <a:rPr b="0" lang="en-IN" sz="6000" spc="-1" strike="noStrike">
                <a:latin typeface="Noto Sans"/>
              </a:rPr>
              <a:t>03</a:t>
            </a:r>
            <a:endParaRPr b="0" lang="en-IN" sz="6000" spc="-1" strike="noStrike">
              <a:latin typeface="Arial"/>
            </a:endParaRPr>
          </a:p>
        </p:txBody>
      </p:sp>
      <p:sp>
        <p:nvSpPr>
          <p:cNvPr id="549" name=""/>
          <p:cNvSpPr txBox="1"/>
          <p:nvPr/>
        </p:nvSpPr>
        <p:spPr>
          <a:xfrm>
            <a:off x="6256800" y="3137760"/>
            <a:ext cx="1097280" cy="1864440"/>
          </a:xfrm>
          <a:prstGeom prst="rect">
            <a:avLst/>
          </a:prstGeom>
          <a:noFill/>
          <a:ln w="0">
            <a:noFill/>
          </a:ln>
        </p:spPr>
        <p:txBody>
          <a:bodyPr lIns="90000" rIns="90000" tIns="45000" bIns="45000" anchor="t">
            <a:noAutofit/>
          </a:bodyPr>
          <a:p>
            <a:r>
              <a:rPr b="0" lang="en-IN" sz="6000" spc="-1" strike="noStrike">
                <a:latin typeface="Noto Sans"/>
              </a:rPr>
              <a:t>04</a:t>
            </a:r>
            <a:endParaRPr b="0" lang="en-IN" sz="6000" spc="-1" strike="noStrike">
              <a:latin typeface="Arial"/>
            </a:endParaRPr>
          </a:p>
        </p:txBody>
      </p:sp>
      <p:pic>
        <p:nvPicPr>
          <p:cNvPr id="550" name="" descr=""/>
          <p:cNvPicPr/>
          <p:nvPr/>
        </p:nvPicPr>
        <p:blipFill>
          <a:blip r:embed="rId1"/>
          <a:stretch/>
        </p:blipFill>
        <p:spPr>
          <a:xfrm>
            <a:off x="0" y="-30600"/>
            <a:ext cx="10207080" cy="5700600"/>
          </a:xfrm>
          <a:prstGeom prst="rect">
            <a:avLst/>
          </a:prstGeom>
          <a:ln w="0">
            <a:noFill/>
          </a:ln>
        </p:spPr>
      </p:pic>
    </p:spTree>
  </p:cSld>
  <mc:AlternateContent>
    <mc:Choice Requires="p14">
      <p:transition spd="slow" p14:dur="2000">
        <p:pull dir="d"/>
      </p:transition>
    </mc:Choice>
    <mc:Fallback>
      <p:transition spd="slow">
        <p:pull dir="d"/>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
          <p:cNvSpPr txBox="1"/>
          <p:nvPr/>
        </p:nvSpPr>
        <p:spPr>
          <a:xfrm>
            <a:off x="4297680" y="2011680"/>
            <a:ext cx="3840480" cy="1416960"/>
          </a:xfrm>
          <a:prstGeom prst="rect">
            <a:avLst/>
          </a:prstGeom>
          <a:noFill/>
          <a:ln w="0">
            <a:noFill/>
          </a:ln>
        </p:spPr>
        <p:txBody>
          <a:bodyPr lIns="90000" rIns="90000" tIns="45000" bIns="45000" anchor="t">
            <a:noAutofit/>
          </a:bodyPr>
          <a:p>
            <a:r>
              <a:rPr b="0" lang="en-IN" sz="1800" spc="-1" strike="noStrike">
                <a:latin typeface="Noto Sans"/>
              </a:rPr>
              <a:t>Lorem ipsum dolor sit amet, consectetur adipiscing elit, sed do eiusmod tempor incididunt ut labore et dolore magna aliqua. </a:t>
            </a:r>
            <a:endParaRPr b="0" lang="en-IN" sz="1800" spc="-1" strike="noStrike">
              <a:latin typeface="Arial"/>
            </a:endParaRPr>
          </a:p>
        </p:txBody>
      </p:sp>
      <p:sp>
        <p:nvSpPr>
          <p:cNvPr id="552" name=""/>
          <p:cNvSpPr txBox="1"/>
          <p:nvPr/>
        </p:nvSpPr>
        <p:spPr>
          <a:xfrm>
            <a:off x="4317120" y="3388320"/>
            <a:ext cx="1554480" cy="366120"/>
          </a:xfrm>
          <a:prstGeom prst="rect">
            <a:avLst/>
          </a:prstGeom>
          <a:noFill/>
          <a:ln w="0">
            <a:noFill/>
          </a:ln>
        </p:spPr>
        <p:txBody>
          <a:bodyPr lIns="90000" rIns="90000" tIns="45000" bIns="45000" anchor="t">
            <a:noAutofit/>
          </a:bodyPr>
          <a:p>
            <a:r>
              <a:rPr b="0" lang="en-IN" sz="1600" spc="-1" strike="noStrike">
                <a:latin typeface="Noto Sans"/>
              </a:rPr>
              <a:t>- Loremus</a:t>
            </a:r>
            <a:endParaRPr b="0" lang="en-IN" sz="1600" spc="-1" strike="noStrike">
              <a:latin typeface="Arial"/>
            </a:endParaRPr>
          </a:p>
        </p:txBody>
      </p:sp>
      <p:pic>
        <p:nvPicPr>
          <p:cNvPr id="553" name="" descr=""/>
          <p:cNvPicPr/>
          <p:nvPr/>
        </p:nvPicPr>
        <p:blipFill>
          <a:blip r:embed="rId1"/>
          <a:stretch/>
        </p:blipFill>
        <p:spPr>
          <a:xfrm rot="1800">
            <a:off x="-50040" y="2520"/>
            <a:ext cx="10308600" cy="5757480"/>
          </a:xfrm>
          <a:prstGeom prst="rect">
            <a:avLst/>
          </a:prstGeom>
          <a:ln w="0">
            <a:noFill/>
          </a:ln>
        </p:spPr>
      </p:pic>
    </p:spTree>
  </p:cSld>
  <mc:AlternateContent>
    <mc:Choice Requires="p14">
      <p:transition spd="slow" p14:dur="2000">
        <p:wipe dir="u"/>
      </p:transition>
    </mc:Choice>
    <mc:Fallback>
      <p:transition spd="slow">
        <p:wipe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
          <p:cNvSpPr txBox="1"/>
          <p:nvPr/>
        </p:nvSpPr>
        <p:spPr>
          <a:xfrm>
            <a:off x="2560320" y="285840"/>
            <a:ext cx="4937760" cy="517320"/>
          </a:xfrm>
          <a:prstGeom prst="rect">
            <a:avLst/>
          </a:prstGeom>
          <a:noFill/>
          <a:ln w="0">
            <a:noFill/>
          </a:ln>
        </p:spPr>
        <p:txBody>
          <a:bodyPr lIns="90000" rIns="90000" tIns="45000" bIns="45000" anchor="t">
            <a:noAutofit/>
          </a:bodyPr>
          <a:p>
            <a:pPr algn="ctr">
              <a:buNone/>
            </a:pPr>
            <a:r>
              <a:rPr b="0" lang="en-IN" sz="2800" spc="-1" strike="noStrike">
                <a:solidFill>
                  <a:srgbClr val="000000"/>
                </a:solidFill>
                <a:latin typeface="Lato Black"/>
              </a:rPr>
              <a:t>Lorem &amp; Ipsum</a:t>
            </a:r>
            <a:endParaRPr b="0" lang="en-IN" sz="2800" spc="-1" strike="noStrike">
              <a:latin typeface="Arial"/>
            </a:endParaRPr>
          </a:p>
        </p:txBody>
      </p:sp>
      <p:grpSp>
        <p:nvGrpSpPr>
          <p:cNvPr id="555" name=""/>
          <p:cNvGrpSpPr/>
          <p:nvPr/>
        </p:nvGrpSpPr>
        <p:grpSpPr>
          <a:xfrm>
            <a:off x="914400" y="2103120"/>
            <a:ext cx="1463040" cy="1463040"/>
            <a:chOff x="914400" y="2103120"/>
            <a:chExt cx="1463040" cy="1463040"/>
          </a:xfrm>
        </p:grpSpPr>
        <p:sp>
          <p:nvSpPr>
            <p:cNvPr id="556" name=""/>
            <p:cNvSpPr/>
            <p:nvPr/>
          </p:nvSpPr>
          <p:spPr>
            <a:xfrm>
              <a:off x="914400" y="2103120"/>
              <a:ext cx="1463040" cy="1463040"/>
            </a:xfrm>
            <a:prstGeom prst="ellipse">
              <a:avLst/>
            </a:prstGeom>
            <a:solidFill>
              <a:srgbClr val="b8dbd9"/>
            </a:solidFill>
            <a:ln w="0">
              <a:noFill/>
            </a:ln>
            <a:effectLst>
              <a:outerShdw dist="103350" dir="2700000" blurRad="0" rotWithShape="0">
                <a:srgbClr val="808080">
                  <a:alpha val="20000"/>
                </a:srgbClr>
              </a:outerShdw>
            </a:effectLst>
          </p:spPr>
          <p:style>
            <a:lnRef idx="0"/>
            <a:fillRef idx="0"/>
            <a:effectRef idx="0"/>
            <a:fontRef idx="minor"/>
          </p:style>
        </p:sp>
        <p:pic>
          <p:nvPicPr>
            <p:cNvPr id="557" name="" descr=""/>
            <p:cNvPicPr/>
            <p:nvPr/>
          </p:nvPicPr>
          <p:blipFill>
            <a:blip r:embed="rId1"/>
            <a:stretch/>
          </p:blipFill>
          <p:spPr>
            <a:xfrm>
              <a:off x="1188720" y="2377440"/>
              <a:ext cx="914400" cy="914400"/>
            </a:xfrm>
            <a:prstGeom prst="rect">
              <a:avLst/>
            </a:prstGeom>
            <a:ln w="0">
              <a:noFill/>
            </a:ln>
          </p:spPr>
        </p:pic>
      </p:grpSp>
      <p:grpSp>
        <p:nvGrpSpPr>
          <p:cNvPr id="558" name=""/>
          <p:cNvGrpSpPr/>
          <p:nvPr/>
        </p:nvGrpSpPr>
        <p:grpSpPr>
          <a:xfrm>
            <a:off x="4297680" y="2103120"/>
            <a:ext cx="1463040" cy="1463040"/>
            <a:chOff x="4297680" y="2103120"/>
            <a:chExt cx="1463040" cy="1463040"/>
          </a:xfrm>
        </p:grpSpPr>
        <p:sp>
          <p:nvSpPr>
            <p:cNvPr id="559" name=""/>
            <p:cNvSpPr/>
            <p:nvPr/>
          </p:nvSpPr>
          <p:spPr>
            <a:xfrm>
              <a:off x="4297680" y="2103120"/>
              <a:ext cx="1463040" cy="1463040"/>
            </a:xfrm>
            <a:prstGeom prst="ellipse">
              <a:avLst/>
            </a:prstGeom>
            <a:solidFill>
              <a:srgbClr val="586f7c"/>
            </a:solidFill>
            <a:ln w="0">
              <a:noFill/>
            </a:ln>
            <a:effectLst>
              <a:outerShdw dist="103350" dir="2700000" blurRad="0" rotWithShape="0">
                <a:srgbClr val="808080">
                  <a:alpha val="20000"/>
                </a:srgbClr>
              </a:outerShdw>
            </a:effectLst>
          </p:spPr>
          <p:style>
            <a:lnRef idx="0"/>
            <a:fillRef idx="0"/>
            <a:effectRef idx="0"/>
            <a:fontRef idx="minor"/>
          </p:style>
        </p:sp>
        <p:pic>
          <p:nvPicPr>
            <p:cNvPr id="560" name="" descr=""/>
            <p:cNvPicPr/>
            <p:nvPr/>
          </p:nvPicPr>
          <p:blipFill>
            <a:blip r:embed="rId2"/>
            <a:stretch/>
          </p:blipFill>
          <p:spPr>
            <a:xfrm>
              <a:off x="4572000" y="2370600"/>
              <a:ext cx="921240" cy="921240"/>
            </a:xfrm>
            <a:prstGeom prst="rect">
              <a:avLst/>
            </a:prstGeom>
            <a:ln w="0">
              <a:noFill/>
            </a:ln>
          </p:spPr>
        </p:pic>
      </p:grpSp>
      <p:grpSp>
        <p:nvGrpSpPr>
          <p:cNvPr id="561" name=""/>
          <p:cNvGrpSpPr/>
          <p:nvPr/>
        </p:nvGrpSpPr>
        <p:grpSpPr>
          <a:xfrm>
            <a:off x="7570080" y="2103120"/>
            <a:ext cx="1463040" cy="1463040"/>
            <a:chOff x="7570080" y="2103120"/>
            <a:chExt cx="1463040" cy="1463040"/>
          </a:xfrm>
        </p:grpSpPr>
        <p:sp>
          <p:nvSpPr>
            <p:cNvPr id="562" name=""/>
            <p:cNvSpPr/>
            <p:nvPr/>
          </p:nvSpPr>
          <p:spPr>
            <a:xfrm>
              <a:off x="7570080" y="2103120"/>
              <a:ext cx="1463040" cy="1463040"/>
            </a:xfrm>
            <a:prstGeom prst="ellipse">
              <a:avLst/>
            </a:prstGeom>
            <a:solidFill>
              <a:srgbClr val="2f4550"/>
            </a:solidFill>
            <a:ln w="0">
              <a:noFill/>
            </a:ln>
            <a:effectLst>
              <a:outerShdw dist="103350" dir="2700000" blurRad="0" rotWithShape="0">
                <a:srgbClr val="808080">
                  <a:alpha val="20000"/>
                </a:srgbClr>
              </a:outerShdw>
            </a:effectLst>
          </p:spPr>
          <p:style>
            <a:lnRef idx="0"/>
            <a:fillRef idx="0"/>
            <a:effectRef idx="0"/>
            <a:fontRef idx="minor"/>
          </p:style>
        </p:sp>
        <p:pic>
          <p:nvPicPr>
            <p:cNvPr id="563" name="" descr=""/>
            <p:cNvPicPr/>
            <p:nvPr/>
          </p:nvPicPr>
          <p:blipFill>
            <a:blip r:embed="rId3"/>
            <a:stretch/>
          </p:blipFill>
          <p:spPr>
            <a:xfrm>
              <a:off x="7844400" y="2286000"/>
              <a:ext cx="993240" cy="993240"/>
            </a:xfrm>
            <a:prstGeom prst="rect">
              <a:avLst/>
            </a:prstGeom>
            <a:ln w="0">
              <a:noFill/>
            </a:ln>
          </p:spPr>
        </p:pic>
      </p:grpSp>
      <p:sp>
        <p:nvSpPr>
          <p:cNvPr id="564" name=""/>
          <p:cNvSpPr txBox="1"/>
          <p:nvPr/>
        </p:nvSpPr>
        <p:spPr>
          <a:xfrm>
            <a:off x="1005840" y="3736440"/>
            <a:ext cx="1280160" cy="401400"/>
          </a:xfrm>
          <a:prstGeom prst="rect">
            <a:avLst/>
          </a:prstGeom>
          <a:noFill/>
          <a:ln w="0">
            <a:noFill/>
          </a:ln>
        </p:spPr>
        <p:txBody>
          <a:bodyPr lIns="90000" rIns="90000" tIns="45000" bIns="45000" anchor="t">
            <a:noAutofit/>
          </a:bodyPr>
          <a:p>
            <a:pPr algn="ctr">
              <a:buNone/>
            </a:pPr>
            <a:r>
              <a:rPr b="1" lang="en-IN" sz="1800" spc="-1" strike="noStrike">
                <a:latin typeface="Noto Sans"/>
              </a:rPr>
              <a:t>Lorem</a:t>
            </a:r>
            <a:endParaRPr b="0" lang="en-IN" sz="1800" spc="-1" strike="noStrike">
              <a:latin typeface="Arial"/>
            </a:endParaRPr>
          </a:p>
        </p:txBody>
      </p:sp>
      <p:sp>
        <p:nvSpPr>
          <p:cNvPr id="565" name=""/>
          <p:cNvSpPr txBox="1"/>
          <p:nvPr/>
        </p:nvSpPr>
        <p:spPr>
          <a:xfrm>
            <a:off x="4389120" y="3768480"/>
            <a:ext cx="1280160" cy="401400"/>
          </a:xfrm>
          <a:prstGeom prst="rect">
            <a:avLst/>
          </a:prstGeom>
          <a:noFill/>
          <a:ln w="0">
            <a:noFill/>
          </a:ln>
        </p:spPr>
        <p:txBody>
          <a:bodyPr lIns="90000" rIns="90000" tIns="45000" bIns="45000" anchor="t">
            <a:noAutofit/>
          </a:bodyPr>
          <a:p>
            <a:pPr algn="ctr">
              <a:buNone/>
            </a:pPr>
            <a:r>
              <a:rPr b="1" lang="en-IN" sz="1800" spc="-1" strike="noStrike">
                <a:latin typeface="Noto Sans"/>
              </a:rPr>
              <a:t>Ipsum</a:t>
            </a:r>
            <a:endParaRPr b="0" lang="en-IN" sz="1800" spc="-1" strike="noStrike">
              <a:latin typeface="Arial"/>
            </a:endParaRPr>
          </a:p>
        </p:txBody>
      </p:sp>
      <p:sp>
        <p:nvSpPr>
          <p:cNvPr id="566" name=""/>
          <p:cNvSpPr txBox="1"/>
          <p:nvPr/>
        </p:nvSpPr>
        <p:spPr>
          <a:xfrm>
            <a:off x="7661520" y="3749040"/>
            <a:ext cx="1280160" cy="401400"/>
          </a:xfrm>
          <a:prstGeom prst="rect">
            <a:avLst/>
          </a:prstGeom>
          <a:noFill/>
          <a:ln w="0">
            <a:noFill/>
          </a:ln>
        </p:spPr>
        <p:txBody>
          <a:bodyPr lIns="90000" rIns="90000" tIns="45000" bIns="45000" anchor="t">
            <a:noAutofit/>
          </a:bodyPr>
          <a:p>
            <a:pPr algn="ctr">
              <a:buNone/>
            </a:pPr>
            <a:r>
              <a:rPr b="1" lang="en-IN" sz="1800" spc="-1" strike="noStrike">
                <a:latin typeface="Noto Sans"/>
              </a:rPr>
              <a:t>Dolor</a:t>
            </a:r>
            <a:endParaRPr b="0" lang="en-IN" sz="1800" spc="-1" strike="noStrike">
              <a:latin typeface="Arial"/>
            </a:endParaRPr>
          </a:p>
        </p:txBody>
      </p:sp>
      <p:sp>
        <p:nvSpPr>
          <p:cNvPr id="567" name=""/>
          <p:cNvSpPr txBox="1"/>
          <p:nvPr/>
        </p:nvSpPr>
        <p:spPr>
          <a:xfrm>
            <a:off x="365760" y="4088520"/>
            <a:ext cx="2874240" cy="1654200"/>
          </a:xfrm>
          <a:prstGeom prst="rect">
            <a:avLst/>
          </a:prstGeom>
          <a:noFill/>
          <a:ln w="0">
            <a:noFill/>
          </a:ln>
        </p:spPr>
        <p:txBody>
          <a:bodyPr lIns="90000" rIns="90000" tIns="45000" bIns="45000" anchor="t">
            <a:noAutofit/>
          </a:bodyPr>
          <a:p>
            <a:pPr algn="ctr">
              <a:buNone/>
            </a:pPr>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68" name=""/>
          <p:cNvSpPr txBox="1"/>
          <p:nvPr/>
        </p:nvSpPr>
        <p:spPr>
          <a:xfrm>
            <a:off x="3600000" y="4088880"/>
            <a:ext cx="2782080" cy="1654200"/>
          </a:xfrm>
          <a:prstGeom prst="rect">
            <a:avLst/>
          </a:prstGeom>
          <a:noFill/>
          <a:ln w="0">
            <a:noFill/>
          </a:ln>
        </p:spPr>
        <p:txBody>
          <a:bodyPr lIns="90000" rIns="90000" tIns="45000" bIns="45000" anchor="t">
            <a:noAutofit/>
          </a:bodyPr>
          <a:p>
            <a:pPr algn="ctr">
              <a:buNone/>
            </a:pPr>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69" name=""/>
          <p:cNvSpPr txBox="1"/>
          <p:nvPr/>
        </p:nvSpPr>
        <p:spPr>
          <a:xfrm>
            <a:off x="6840000" y="4089240"/>
            <a:ext cx="2818080" cy="1654200"/>
          </a:xfrm>
          <a:prstGeom prst="rect">
            <a:avLst/>
          </a:prstGeom>
          <a:noFill/>
          <a:ln w="0">
            <a:noFill/>
          </a:ln>
        </p:spPr>
        <p:txBody>
          <a:bodyPr lIns="90000" rIns="90000" tIns="45000" bIns="45000" anchor="t">
            <a:noAutofit/>
          </a:bodyPr>
          <a:p>
            <a:pPr algn="ctr">
              <a:buNone/>
            </a:pPr>
            <a:r>
              <a:rPr b="0" lang="en-IN" sz="1500" spc="-1" strike="noStrike">
                <a:solidFill>
                  <a:srgbClr val="666666"/>
                </a:solidFill>
                <a:latin typeface="Noto Sans"/>
              </a:rPr>
              <a:t>Lorem ipsum dolor sit amet, consectetur adipiscing elit, sed do eiusmod tempor incididunt ut labore et dolore magna aliqua. </a:t>
            </a:r>
            <a:endParaRPr b="0" lang="en-IN" sz="1500" spc="-1" strike="noStrike">
              <a:latin typeface="Arial"/>
            </a:endParaRPr>
          </a:p>
        </p:txBody>
      </p:sp>
      <p:sp>
        <p:nvSpPr>
          <p:cNvPr id="570" name=""/>
          <p:cNvSpPr/>
          <p:nvPr/>
        </p:nvSpPr>
        <p:spPr>
          <a:xfrm>
            <a:off x="4445640" y="822960"/>
            <a:ext cx="274320" cy="274320"/>
          </a:xfrm>
          <a:prstGeom prst="ellipse">
            <a:avLst/>
          </a:prstGeom>
          <a:solidFill>
            <a:srgbClr val="b8dbd9"/>
          </a:solidFill>
          <a:ln w="0">
            <a:noFill/>
          </a:ln>
        </p:spPr>
        <p:style>
          <a:lnRef idx="0"/>
          <a:fillRef idx="0"/>
          <a:effectRef idx="0"/>
          <a:fontRef idx="minor"/>
        </p:style>
      </p:sp>
      <p:sp>
        <p:nvSpPr>
          <p:cNvPr id="571" name=""/>
          <p:cNvSpPr/>
          <p:nvPr/>
        </p:nvSpPr>
        <p:spPr>
          <a:xfrm>
            <a:off x="4902840" y="822960"/>
            <a:ext cx="274320" cy="274320"/>
          </a:xfrm>
          <a:prstGeom prst="ellipse">
            <a:avLst/>
          </a:prstGeom>
          <a:solidFill>
            <a:srgbClr val="586f7c"/>
          </a:solidFill>
          <a:ln w="0">
            <a:noFill/>
          </a:ln>
        </p:spPr>
        <p:style>
          <a:lnRef idx="0"/>
          <a:fillRef idx="0"/>
          <a:effectRef idx="0"/>
          <a:fontRef idx="minor"/>
        </p:style>
      </p:sp>
      <p:sp>
        <p:nvSpPr>
          <p:cNvPr id="572" name=""/>
          <p:cNvSpPr/>
          <p:nvPr/>
        </p:nvSpPr>
        <p:spPr>
          <a:xfrm>
            <a:off x="5360040" y="822960"/>
            <a:ext cx="274320" cy="274320"/>
          </a:xfrm>
          <a:prstGeom prst="ellipse">
            <a:avLst/>
          </a:prstGeom>
          <a:solidFill>
            <a:srgbClr val="2f4550"/>
          </a:solidFill>
          <a:ln w="0">
            <a:noFill/>
          </a:ln>
        </p:spPr>
        <p:style>
          <a:lnRef idx="0"/>
          <a:fillRef idx="0"/>
          <a:effectRef idx="0"/>
          <a:fontRef idx="minor"/>
        </p:style>
      </p:sp>
      <p:pic>
        <p:nvPicPr>
          <p:cNvPr id="573" name="" descr=""/>
          <p:cNvPicPr/>
          <p:nvPr/>
        </p:nvPicPr>
        <p:blipFill>
          <a:blip r:embed="rId4"/>
          <a:stretch/>
        </p:blipFill>
        <p:spPr>
          <a:xfrm>
            <a:off x="0" y="0"/>
            <a:ext cx="10242720" cy="56700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
          <p:cNvSpPr txBox="1"/>
          <p:nvPr/>
        </p:nvSpPr>
        <p:spPr>
          <a:xfrm>
            <a:off x="457200" y="1546920"/>
            <a:ext cx="5120640" cy="1654200"/>
          </a:xfrm>
          <a:prstGeom prst="rect">
            <a:avLst/>
          </a:prstGeom>
          <a:noFill/>
          <a:ln w="0">
            <a:noFill/>
          </a:ln>
        </p:spPr>
        <p:txBody>
          <a:bodyPr lIns="90000" rIns="90000" tIns="45000" bIns="45000" anchor="t">
            <a:noAutofit/>
          </a:bodyPr>
          <a:p>
            <a:pPr>
              <a:lnSpc>
                <a:spcPct val="100000"/>
              </a:lnSpc>
              <a:buNone/>
            </a:pPr>
            <a:r>
              <a:rPr b="0" lang="en-IN" sz="1500" spc="-1" strike="noStrike">
                <a:solidFill>
                  <a:srgbClr val="666666"/>
                </a:solidFill>
                <a:latin typeface="Noto Sans"/>
              </a:rPr>
              <a:t>Id volutpat lacus laoreet non curabitur gravida arcu. Felis bibendum ut tristique et egestas quis ipsum suspendisse. Quam viverra orci sagittis eu. Risus commodo viverra maecenas accumsan lacus. Sit amet est placerat in egestas. Semper auctor neque vitae tempus quam pellentesque</a:t>
            </a:r>
            <a:endParaRPr b="0" lang="en-IN" sz="1500" spc="-1" strike="noStrike">
              <a:latin typeface="Arial"/>
            </a:endParaRPr>
          </a:p>
        </p:txBody>
      </p:sp>
      <p:sp>
        <p:nvSpPr>
          <p:cNvPr id="575" name=""/>
          <p:cNvSpPr txBox="1"/>
          <p:nvPr/>
        </p:nvSpPr>
        <p:spPr>
          <a:xfrm>
            <a:off x="365760" y="3670920"/>
            <a:ext cx="5120640" cy="1132920"/>
          </a:xfrm>
          <a:prstGeom prst="rect">
            <a:avLst/>
          </a:prstGeom>
          <a:noFill/>
          <a:ln w="0">
            <a:noFill/>
          </a:ln>
        </p:spPr>
        <p:txBody>
          <a:bodyPr lIns="90000" rIns="90000" tIns="45000" bIns="45000" anchor="t">
            <a:noAutofit/>
          </a:bodyPr>
          <a:p>
            <a:pPr algn="r">
              <a:lnSpc>
                <a:spcPct val="100000"/>
              </a:lnSpc>
              <a:buNone/>
            </a:pPr>
            <a:r>
              <a:rPr b="0" lang="en-IN" sz="1500" spc="-1" strike="noStrike">
                <a:solidFill>
                  <a:srgbClr val="666666"/>
                </a:solidFill>
                <a:latin typeface="Noto Sans"/>
              </a:rPr>
              <a:t>Id volutpat lacus laoreet non curabitur gravida arcu. Felis bibendum ut tristique et egestas quis ipsum suspendisse. Quam viverra orci sagittis eu. Risus commodo viverra </a:t>
            </a:r>
            <a:endParaRPr b="0" lang="en-IN" sz="1500" spc="-1" strike="noStrike">
              <a:latin typeface="Arial"/>
            </a:endParaRPr>
          </a:p>
        </p:txBody>
      </p:sp>
      <p:sp>
        <p:nvSpPr>
          <p:cNvPr id="576" name=""/>
          <p:cNvSpPr txBox="1"/>
          <p:nvPr/>
        </p:nvSpPr>
        <p:spPr>
          <a:xfrm>
            <a:off x="274320" y="365760"/>
            <a:ext cx="3566160" cy="471600"/>
          </a:xfrm>
          <a:prstGeom prst="rect">
            <a:avLst/>
          </a:prstGeom>
          <a:noFill/>
          <a:ln w="0">
            <a:noFill/>
          </a:ln>
        </p:spPr>
        <p:txBody>
          <a:bodyPr lIns="90000" rIns="90000" tIns="45000" bIns="45000" anchor="t">
            <a:noAutofit/>
          </a:bodyPr>
          <a:p>
            <a:r>
              <a:rPr b="1" lang="en-IN" sz="2200" spc="-1" strike="noStrike">
                <a:latin typeface="Noto Sans"/>
              </a:rPr>
              <a:t>Lorem &amp; Ipsum</a:t>
            </a:r>
            <a:endParaRPr b="0" lang="en-IN" sz="2200" spc="-1" strike="noStrike">
              <a:latin typeface="Arial"/>
            </a:endParaRPr>
          </a:p>
        </p:txBody>
      </p:sp>
      <p:sp>
        <p:nvSpPr>
          <p:cNvPr id="577" name=""/>
          <p:cNvSpPr txBox="1"/>
          <p:nvPr/>
        </p:nvSpPr>
        <p:spPr>
          <a:xfrm>
            <a:off x="5308560" y="5163120"/>
            <a:ext cx="2189520" cy="386280"/>
          </a:xfrm>
          <a:prstGeom prst="rect">
            <a:avLst/>
          </a:prstGeom>
          <a:noFill/>
          <a:ln w="0">
            <a:noFill/>
          </a:ln>
        </p:spPr>
        <p:txBody>
          <a:bodyPr lIns="90000" rIns="90000" tIns="45000" bIns="45000" anchor="t">
            <a:noAutofit/>
          </a:bodyPr>
          <a:p>
            <a:r>
              <a:rPr b="0" lang="en-IN" sz="1000" spc="-1" strike="noStrike">
                <a:latin typeface="Lato"/>
              </a:rPr>
              <a:t>Photo by </a:t>
            </a:r>
            <a:r>
              <a:rPr b="0" lang="en-IN" sz="1000" spc="-1" strike="noStrike">
                <a:latin typeface="Lato"/>
                <a:hlinkClick r:id="rId1"/>
              </a:rPr>
              <a:t>Dave Hoefler</a:t>
            </a:r>
            <a:r>
              <a:rPr b="0" lang="en-IN" sz="1000" spc="-1" strike="noStrike">
                <a:latin typeface="Lato"/>
              </a:rPr>
              <a:t> on </a:t>
            </a:r>
            <a:r>
              <a:rPr b="0" lang="en-IN" sz="1000" spc="-1" strike="noStrike">
                <a:latin typeface="Lato"/>
                <a:hlinkClick r:id="rId2"/>
              </a:rPr>
              <a:t>Unsplash</a:t>
            </a:r>
            <a:endParaRPr b="0" lang="en-IN" sz="1000" spc="-1" strike="noStrike">
              <a:latin typeface="Arial"/>
            </a:endParaRPr>
          </a:p>
        </p:txBody>
      </p:sp>
      <p:sp>
        <p:nvSpPr>
          <p:cNvPr id="578" name=""/>
          <p:cNvSpPr/>
          <p:nvPr/>
        </p:nvSpPr>
        <p:spPr>
          <a:xfrm>
            <a:off x="5873400" y="1190520"/>
            <a:ext cx="4094280" cy="4094280"/>
          </a:xfrm>
          <a:custGeom>
            <a:avLst/>
            <a:gdLst/>
            <a:ahLst/>
            <a:rect l="0" t="0" r="r" b="b"/>
            <a:pathLst>
              <a:path w="11373" h="11373">
                <a:moveTo>
                  <a:pt x="0" y="5726"/>
                </a:moveTo>
                <a:lnTo>
                  <a:pt x="5646" y="0"/>
                </a:lnTo>
                <a:lnTo>
                  <a:pt x="11373" y="5648"/>
                </a:lnTo>
                <a:lnTo>
                  <a:pt x="5727" y="11373"/>
                </a:lnTo>
                <a:lnTo>
                  <a:pt x="5725" y="11373"/>
                </a:lnTo>
                <a:lnTo>
                  <a:pt x="0" y="5728"/>
                </a:lnTo>
                <a:lnTo>
                  <a:pt x="0" y="5726"/>
                </a:lnTo>
                <a:close/>
              </a:path>
            </a:pathLst>
          </a:custGeom>
          <a:blipFill rotWithShape="0">
            <a:blip r:embed="rId3"/>
            <a:stretch/>
          </a:blipFill>
          <a:ln w="0">
            <a:noFill/>
          </a:ln>
        </p:spPr>
      </p:sp>
      <p:pic>
        <p:nvPicPr>
          <p:cNvPr id="579" name="" descr=""/>
          <p:cNvPicPr/>
          <p:nvPr/>
        </p:nvPicPr>
        <p:blipFill>
          <a:blip r:embed="rId4"/>
          <a:stretch/>
        </p:blipFill>
        <p:spPr>
          <a:xfrm>
            <a:off x="0" y="0"/>
            <a:ext cx="10152000" cy="5670000"/>
          </a:xfrm>
          <a:prstGeom prst="rect">
            <a:avLst/>
          </a:prstGeom>
          <a:ln w="0">
            <a:noFill/>
          </a:ln>
        </p:spPr>
      </p:pic>
    </p:spTree>
  </p:cSld>
  <mc:AlternateContent>
    <mc:Choice Requires="p14">
      <p:transition spd="slow">
        <p14:vortex/>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0" name="" descr=""/>
          <p:cNvPicPr/>
          <p:nvPr/>
        </p:nvPicPr>
        <p:blipFill>
          <a:blip r:embed="rId1"/>
          <a:stretch/>
        </p:blipFill>
        <p:spPr>
          <a:xfrm>
            <a:off x="0" y="0"/>
            <a:ext cx="10152360" cy="5670000"/>
          </a:xfrm>
          <a:prstGeom prst="rect">
            <a:avLst/>
          </a:prstGeom>
          <a:ln w="0">
            <a:noFill/>
          </a:ln>
        </p:spPr>
      </p:pic>
    </p:spTree>
  </p:cSld>
  <mc:AlternateContent>
    <mc:Choice Requires="p15">
      <p:transition spd="slow">
        <p15:prstTrans prst="fallOver"/>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2024-08-24T09:08:24Z</dcterms:created>
  <dc:creator/>
  <dc:description/>
  <dc:language>en-IN</dc:language>
  <cp:lastModifiedBy/>
  <dcterms:modified xsi:type="dcterms:W3CDTF">2024-08-24T16:45:09Z</dcterms:modified>
  <cp:revision>2</cp:revision>
  <dc:subject/>
  <dc:title>Grey Elegant</dc:title>
</cp:coreProperties>
</file>